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2"/>
  </p:notesMasterIdLst>
  <p:handoutMasterIdLst>
    <p:handoutMasterId r:id="rId43"/>
  </p:handoutMasterIdLst>
  <p:sldIdLst>
    <p:sldId id="256" r:id="rId5"/>
    <p:sldId id="265" r:id="rId6"/>
    <p:sldId id="278" r:id="rId7"/>
    <p:sldId id="266" r:id="rId8"/>
    <p:sldId id="268" r:id="rId9"/>
    <p:sldId id="267" r:id="rId10"/>
    <p:sldId id="279" r:id="rId11"/>
    <p:sldId id="271" r:id="rId12"/>
    <p:sldId id="277" r:id="rId13"/>
    <p:sldId id="295" r:id="rId14"/>
    <p:sldId id="280" r:id="rId15"/>
    <p:sldId id="288" r:id="rId16"/>
    <p:sldId id="284" r:id="rId17"/>
    <p:sldId id="272" r:id="rId18"/>
    <p:sldId id="289" r:id="rId19"/>
    <p:sldId id="290" r:id="rId20"/>
    <p:sldId id="285" r:id="rId21"/>
    <p:sldId id="283" r:id="rId22"/>
    <p:sldId id="286" r:id="rId23"/>
    <p:sldId id="287" r:id="rId24"/>
    <p:sldId id="291" r:id="rId25"/>
    <p:sldId id="292" r:id="rId26"/>
    <p:sldId id="293" r:id="rId27"/>
    <p:sldId id="282" r:id="rId28"/>
    <p:sldId id="294" r:id="rId29"/>
    <p:sldId id="281" r:id="rId30"/>
    <p:sldId id="297" r:id="rId31"/>
    <p:sldId id="298" r:id="rId32"/>
    <p:sldId id="307" r:id="rId33"/>
    <p:sldId id="308" r:id="rId34"/>
    <p:sldId id="300" r:id="rId35"/>
    <p:sldId id="302" r:id="rId36"/>
    <p:sldId id="303" r:id="rId37"/>
    <p:sldId id="309" r:id="rId38"/>
    <p:sldId id="305" r:id="rId39"/>
    <p:sldId id="304" r:id="rId40"/>
    <p:sldId id="306" r:id="rId41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8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howGuides="1">
      <p:cViewPr varScale="1">
        <p:scale>
          <a:sx n="77" d="100"/>
          <a:sy n="77" d="100"/>
        </p:scale>
        <p:origin x="474" y="96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2B79B98-74A2-41A5-901A-7DE2C52E6BBA}" type="doc">
      <dgm:prSet loTypeId="urn:microsoft.com/office/officeart/2005/8/layout/cycle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28AC3F94-FC1A-40DD-9B59-5181111D9BA3}">
      <dgm:prSet phldrT="[テキスト]" phldr="1"/>
      <dgm:spPr/>
      <dgm:t>
        <a:bodyPr/>
        <a:lstStyle/>
        <a:p>
          <a:endParaRPr kumimoji="1" lang="ja-JP" altLang="en-US"/>
        </a:p>
      </dgm:t>
    </dgm:pt>
    <dgm:pt modelId="{58783D2C-63FE-46E2-AD8E-2BB0A17B4E07}" type="parTrans" cxnId="{E433F911-8899-4528-8377-3694F8CD55FD}">
      <dgm:prSet/>
      <dgm:spPr/>
      <dgm:t>
        <a:bodyPr/>
        <a:lstStyle/>
        <a:p>
          <a:endParaRPr kumimoji="1" lang="ja-JP" altLang="en-US"/>
        </a:p>
      </dgm:t>
    </dgm:pt>
    <dgm:pt modelId="{FF5CA641-2290-427B-B06E-0FA254761B17}" type="sibTrans" cxnId="{E433F911-8899-4528-8377-3694F8CD55FD}">
      <dgm:prSet/>
      <dgm:spPr/>
      <dgm:t>
        <a:bodyPr/>
        <a:lstStyle/>
        <a:p>
          <a:endParaRPr kumimoji="1" lang="ja-JP" altLang="en-US"/>
        </a:p>
      </dgm:t>
    </dgm:pt>
    <dgm:pt modelId="{B1D1C8A1-1FCC-4285-A695-D3A7F0A8546E}">
      <dgm:prSet phldrT="[テキスト]" phldr="1"/>
      <dgm:spPr/>
      <dgm:t>
        <a:bodyPr/>
        <a:lstStyle/>
        <a:p>
          <a:endParaRPr kumimoji="1" lang="ja-JP" altLang="en-US"/>
        </a:p>
      </dgm:t>
    </dgm:pt>
    <dgm:pt modelId="{DBE281C9-6587-4454-80EB-AFA6C335723E}" type="parTrans" cxnId="{16E8CCD8-8E5B-4689-86BF-CE1DD0B9608E}">
      <dgm:prSet/>
      <dgm:spPr/>
      <dgm:t>
        <a:bodyPr/>
        <a:lstStyle/>
        <a:p>
          <a:endParaRPr kumimoji="1" lang="ja-JP" altLang="en-US"/>
        </a:p>
      </dgm:t>
    </dgm:pt>
    <dgm:pt modelId="{B0139B26-69EF-4CCD-A6A0-371888DB9CF2}" type="sibTrans" cxnId="{16E8CCD8-8E5B-4689-86BF-CE1DD0B9608E}">
      <dgm:prSet/>
      <dgm:spPr/>
      <dgm:t>
        <a:bodyPr/>
        <a:lstStyle/>
        <a:p>
          <a:endParaRPr kumimoji="1" lang="ja-JP" altLang="en-US"/>
        </a:p>
      </dgm:t>
    </dgm:pt>
    <dgm:pt modelId="{ADD4191A-4088-4AA0-894C-614F244A8DBF}">
      <dgm:prSet phldrT="[テキスト]" phldr="1"/>
      <dgm:spPr/>
      <dgm:t>
        <a:bodyPr/>
        <a:lstStyle/>
        <a:p>
          <a:endParaRPr kumimoji="1" lang="ja-JP" altLang="en-US"/>
        </a:p>
      </dgm:t>
    </dgm:pt>
    <dgm:pt modelId="{70966DFF-D322-40D0-AE0E-4D65344167DF}" type="parTrans" cxnId="{861266F7-89B1-48B5-8F90-ABAB9573CEDB}">
      <dgm:prSet/>
      <dgm:spPr/>
      <dgm:t>
        <a:bodyPr/>
        <a:lstStyle/>
        <a:p>
          <a:endParaRPr kumimoji="1" lang="ja-JP" altLang="en-US"/>
        </a:p>
      </dgm:t>
    </dgm:pt>
    <dgm:pt modelId="{B111B9AE-377F-4140-A108-F17A6B68EF36}" type="sibTrans" cxnId="{861266F7-89B1-48B5-8F90-ABAB9573CEDB}">
      <dgm:prSet/>
      <dgm:spPr/>
      <dgm:t>
        <a:bodyPr/>
        <a:lstStyle/>
        <a:p>
          <a:endParaRPr kumimoji="1" lang="ja-JP" altLang="en-US"/>
        </a:p>
      </dgm:t>
    </dgm:pt>
    <dgm:pt modelId="{05199989-A7D7-45D0-BC82-6E87706EC570}">
      <dgm:prSet phldrT="[テキスト]" phldr="1"/>
      <dgm:spPr/>
      <dgm:t>
        <a:bodyPr/>
        <a:lstStyle/>
        <a:p>
          <a:endParaRPr kumimoji="1" lang="ja-JP" altLang="en-US"/>
        </a:p>
      </dgm:t>
    </dgm:pt>
    <dgm:pt modelId="{21EF3F25-01E6-4E8F-BF68-CA5B570D045E}" type="parTrans" cxnId="{9C462843-6BDA-47D8-9C9E-AFA638C7D4AE}">
      <dgm:prSet/>
      <dgm:spPr/>
      <dgm:t>
        <a:bodyPr/>
        <a:lstStyle/>
        <a:p>
          <a:endParaRPr kumimoji="1" lang="ja-JP" altLang="en-US"/>
        </a:p>
      </dgm:t>
    </dgm:pt>
    <dgm:pt modelId="{028A3214-9B73-48D9-92B9-9519678FA107}" type="sibTrans" cxnId="{9C462843-6BDA-47D8-9C9E-AFA638C7D4AE}">
      <dgm:prSet/>
      <dgm:spPr/>
      <dgm:t>
        <a:bodyPr/>
        <a:lstStyle/>
        <a:p>
          <a:endParaRPr kumimoji="1" lang="ja-JP" altLang="en-US"/>
        </a:p>
      </dgm:t>
    </dgm:pt>
    <dgm:pt modelId="{73A5E191-5A1D-4B89-9425-61081612F956}">
      <dgm:prSet phldrT="[テキスト]"/>
      <dgm:spPr/>
      <dgm:t>
        <a:bodyPr/>
        <a:lstStyle/>
        <a:p>
          <a:endParaRPr kumimoji="1" lang="ja-JP" altLang="en-US"/>
        </a:p>
      </dgm:t>
    </dgm:pt>
    <dgm:pt modelId="{E6A2D9E5-14C3-4597-A078-F4A79E13EAC0}" type="parTrans" cxnId="{63191CB6-B326-4A8E-A517-0051CDE7C3E5}">
      <dgm:prSet/>
      <dgm:spPr/>
      <dgm:t>
        <a:bodyPr/>
        <a:lstStyle/>
        <a:p>
          <a:endParaRPr kumimoji="1" lang="ja-JP" altLang="en-US"/>
        </a:p>
      </dgm:t>
    </dgm:pt>
    <dgm:pt modelId="{068F9956-D1D6-4D6A-8319-13D8485A8107}" type="sibTrans" cxnId="{63191CB6-B326-4A8E-A517-0051CDE7C3E5}">
      <dgm:prSet/>
      <dgm:spPr/>
      <dgm:t>
        <a:bodyPr/>
        <a:lstStyle/>
        <a:p>
          <a:endParaRPr kumimoji="1" lang="ja-JP" altLang="en-US"/>
        </a:p>
      </dgm:t>
    </dgm:pt>
    <dgm:pt modelId="{E01D82F1-3F28-4DA0-A009-05A04D280A05}">
      <dgm:prSet phldrT="[テキスト]"/>
      <dgm:spPr/>
      <dgm:t>
        <a:bodyPr/>
        <a:lstStyle/>
        <a:p>
          <a:endParaRPr kumimoji="1" lang="ja-JP" altLang="en-US"/>
        </a:p>
      </dgm:t>
    </dgm:pt>
    <dgm:pt modelId="{E243A894-DFA9-4BCE-ABC8-C38C04A105C8}" type="parTrans" cxnId="{857D7B1D-D925-4F26-B5B1-D7093F643D51}">
      <dgm:prSet/>
      <dgm:spPr/>
    </dgm:pt>
    <dgm:pt modelId="{B51E6D75-B94F-4C80-986B-03849A1BF492}" type="sibTrans" cxnId="{857D7B1D-D925-4F26-B5B1-D7093F643D51}">
      <dgm:prSet/>
      <dgm:spPr/>
    </dgm:pt>
    <dgm:pt modelId="{54264029-C518-471F-A1FC-C9D456365488}" type="pres">
      <dgm:prSet presAssocID="{42B79B98-74A2-41A5-901A-7DE2C52E6BBA}" presName="cycle" presStyleCnt="0">
        <dgm:presLayoutVars>
          <dgm:dir/>
          <dgm:resizeHandles val="exact"/>
        </dgm:presLayoutVars>
      </dgm:prSet>
      <dgm:spPr/>
    </dgm:pt>
    <dgm:pt modelId="{156F4C9B-6BF0-46D5-AD42-F5AF86CF3E1A}" type="pres">
      <dgm:prSet presAssocID="{28AC3F94-FC1A-40DD-9B59-5181111D9BA3}" presName="node" presStyleLbl="node1" presStyleIdx="0" presStyleCnt="6">
        <dgm:presLayoutVars>
          <dgm:bulletEnabled val="1"/>
        </dgm:presLayoutVars>
      </dgm:prSet>
      <dgm:spPr/>
    </dgm:pt>
    <dgm:pt modelId="{F4F9FFCB-73D5-40F2-BDAE-389AE4AEA8DB}" type="pres">
      <dgm:prSet presAssocID="{28AC3F94-FC1A-40DD-9B59-5181111D9BA3}" presName="spNode" presStyleCnt="0"/>
      <dgm:spPr/>
    </dgm:pt>
    <dgm:pt modelId="{073BD207-AB49-4C85-A979-F9C8E28610F4}" type="pres">
      <dgm:prSet presAssocID="{FF5CA641-2290-427B-B06E-0FA254761B17}" presName="sibTrans" presStyleLbl="sibTrans1D1" presStyleIdx="0" presStyleCnt="6"/>
      <dgm:spPr/>
    </dgm:pt>
    <dgm:pt modelId="{5BB5440D-96DE-4665-8B95-795E4AB9E17E}" type="pres">
      <dgm:prSet presAssocID="{B1D1C8A1-1FCC-4285-A695-D3A7F0A8546E}" presName="node" presStyleLbl="node1" presStyleIdx="1" presStyleCnt="6">
        <dgm:presLayoutVars>
          <dgm:bulletEnabled val="1"/>
        </dgm:presLayoutVars>
      </dgm:prSet>
      <dgm:spPr/>
    </dgm:pt>
    <dgm:pt modelId="{9A8A541E-8CAA-44BA-8E25-70804400D71C}" type="pres">
      <dgm:prSet presAssocID="{B1D1C8A1-1FCC-4285-A695-D3A7F0A8546E}" presName="spNode" presStyleCnt="0"/>
      <dgm:spPr/>
    </dgm:pt>
    <dgm:pt modelId="{20D4C711-90ED-497D-A4C8-1FCD768B41E2}" type="pres">
      <dgm:prSet presAssocID="{B0139B26-69EF-4CCD-A6A0-371888DB9CF2}" presName="sibTrans" presStyleLbl="sibTrans1D1" presStyleIdx="1" presStyleCnt="6"/>
      <dgm:spPr/>
    </dgm:pt>
    <dgm:pt modelId="{42DBE13D-2114-4363-9995-1A57F8EFD539}" type="pres">
      <dgm:prSet presAssocID="{ADD4191A-4088-4AA0-894C-614F244A8DBF}" presName="node" presStyleLbl="node1" presStyleIdx="2" presStyleCnt="6">
        <dgm:presLayoutVars>
          <dgm:bulletEnabled val="1"/>
        </dgm:presLayoutVars>
      </dgm:prSet>
      <dgm:spPr/>
    </dgm:pt>
    <dgm:pt modelId="{B90AC072-8C44-4AF4-8AB8-E1676E630C4F}" type="pres">
      <dgm:prSet presAssocID="{ADD4191A-4088-4AA0-894C-614F244A8DBF}" presName="spNode" presStyleCnt="0"/>
      <dgm:spPr/>
    </dgm:pt>
    <dgm:pt modelId="{58C58FAD-B107-4905-B3C0-4100F6A9AAE9}" type="pres">
      <dgm:prSet presAssocID="{B111B9AE-377F-4140-A108-F17A6B68EF36}" presName="sibTrans" presStyleLbl="sibTrans1D1" presStyleIdx="2" presStyleCnt="6"/>
      <dgm:spPr/>
    </dgm:pt>
    <dgm:pt modelId="{8C58D88F-6D65-4727-A1AB-22E91B4F2F0B}" type="pres">
      <dgm:prSet presAssocID="{05199989-A7D7-45D0-BC82-6E87706EC570}" presName="node" presStyleLbl="node1" presStyleIdx="3" presStyleCnt="6">
        <dgm:presLayoutVars>
          <dgm:bulletEnabled val="1"/>
        </dgm:presLayoutVars>
      </dgm:prSet>
      <dgm:spPr/>
    </dgm:pt>
    <dgm:pt modelId="{7F21E1F7-3B14-4935-90CB-B9E6531963AE}" type="pres">
      <dgm:prSet presAssocID="{05199989-A7D7-45D0-BC82-6E87706EC570}" presName="spNode" presStyleCnt="0"/>
      <dgm:spPr/>
    </dgm:pt>
    <dgm:pt modelId="{F0E20DA2-53E3-4B2D-A86D-742C798933C7}" type="pres">
      <dgm:prSet presAssocID="{028A3214-9B73-48D9-92B9-9519678FA107}" presName="sibTrans" presStyleLbl="sibTrans1D1" presStyleIdx="3" presStyleCnt="6"/>
      <dgm:spPr/>
    </dgm:pt>
    <dgm:pt modelId="{947464D9-E839-4600-A246-8EC19803155E}" type="pres">
      <dgm:prSet presAssocID="{73A5E191-5A1D-4B89-9425-61081612F956}" presName="node" presStyleLbl="node1" presStyleIdx="4" presStyleCnt="6">
        <dgm:presLayoutVars>
          <dgm:bulletEnabled val="1"/>
        </dgm:presLayoutVars>
      </dgm:prSet>
      <dgm:spPr/>
    </dgm:pt>
    <dgm:pt modelId="{0C47C1BB-2E59-44B9-A58C-3633525FB83D}" type="pres">
      <dgm:prSet presAssocID="{73A5E191-5A1D-4B89-9425-61081612F956}" presName="spNode" presStyleCnt="0"/>
      <dgm:spPr/>
    </dgm:pt>
    <dgm:pt modelId="{92A41101-1AB9-40A8-917B-E46E320AA829}" type="pres">
      <dgm:prSet presAssocID="{068F9956-D1D6-4D6A-8319-13D8485A8107}" presName="sibTrans" presStyleLbl="sibTrans1D1" presStyleIdx="4" presStyleCnt="6"/>
      <dgm:spPr/>
    </dgm:pt>
    <dgm:pt modelId="{A8E6CBFB-5917-418F-92D0-FB28F5F940E2}" type="pres">
      <dgm:prSet presAssocID="{E01D82F1-3F28-4DA0-A009-05A04D280A05}" presName="node" presStyleLbl="node1" presStyleIdx="5" presStyleCnt="6">
        <dgm:presLayoutVars>
          <dgm:bulletEnabled val="1"/>
        </dgm:presLayoutVars>
      </dgm:prSet>
      <dgm:spPr/>
    </dgm:pt>
    <dgm:pt modelId="{0C263D44-B6DE-4362-8F35-03A56B2A2D23}" type="pres">
      <dgm:prSet presAssocID="{E01D82F1-3F28-4DA0-A009-05A04D280A05}" presName="spNode" presStyleCnt="0"/>
      <dgm:spPr/>
    </dgm:pt>
    <dgm:pt modelId="{9724664B-B119-4A4E-83AD-E4FFF00B9117}" type="pres">
      <dgm:prSet presAssocID="{B51E6D75-B94F-4C80-986B-03849A1BF492}" presName="sibTrans" presStyleLbl="sibTrans1D1" presStyleIdx="5" presStyleCnt="6"/>
      <dgm:spPr/>
    </dgm:pt>
  </dgm:ptLst>
  <dgm:cxnLst>
    <dgm:cxn modelId="{DEDD2209-C7D7-449D-A885-84CB856E0C5C}" type="presOf" srcId="{E01D82F1-3F28-4DA0-A009-05A04D280A05}" destId="{A8E6CBFB-5917-418F-92D0-FB28F5F940E2}" srcOrd="0" destOrd="0" presId="urn:microsoft.com/office/officeart/2005/8/layout/cycle6"/>
    <dgm:cxn modelId="{E433F911-8899-4528-8377-3694F8CD55FD}" srcId="{42B79B98-74A2-41A5-901A-7DE2C52E6BBA}" destId="{28AC3F94-FC1A-40DD-9B59-5181111D9BA3}" srcOrd="0" destOrd="0" parTransId="{58783D2C-63FE-46E2-AD8E-2BB0A17B4E07}" sibTransId="{FF5CA641-2290-427B-B06E-0FA254761B17}"/>
    <dgm:cxn modelId="{857D7B1D-D925-4F26-B5B1-D7093F643D51}" srcId="{42B79B98-74A2-41A5-901A-7DE2C52E6BBA}" destId="{E01D82F1-3F28-4DA0-A009-05A04D280A05}" srcOrd="5" destOrd="0" parTransId="{E243A894-DFA9-4BCE-ABC8-C38C04A105C8}" sibTransId="{B51E6D75-B94F-4C80-986B-03849A1BF492}"/>
    <dgm:cxn modelId="{40136D35-C16A-4ADC-A8B8-3575FD5D10EA}" type="presOf" srcId="{B1D1C8A1-1FCC-4285-A695-D3A7F0A8546E}" destId="{5BB5440D-96DE-4665-8B95-795E4AB9E17E}" srcOrd="0" destOrd="0" presId="urn:microsoft.com/office/officeart/2005/8/layout/cycle6"/>
    <dgm:cxn modelId="{5E87335F-439F-410C-9CD6-74A4B54D6EDA}" type="presOf" srcId="{FF5CA641-2290-427B-B06E-0FA254761B17}" destId="{073BD207-AB49-4C85-A979-F9C8E28610F4}" srcOrd="0" destOrd="0" presId="urn:microsoft.com/office/officeart/2005/8/layout/cycle6"/>
    <dgm:cxn modelId="{402D2A41-981B-4897-B3C8-34D621E01CE8}" type="presOf" srcId="{068F9956-D1D6-4D6A-8319-13D8485A8107}" destId="{92A41101-1AB9-40A8-917B-E46E320AA829}" srcOrd="0" destOrd="0" presId="urn:microsoft.com/office/officeart/2005/8/layout/cycle6"/>
    <dgm:cxn modelId="{9C462843-6BDA-47D8-9C9E-AFA638C7D4AE}" srcId="{42B79B98-74A2-41A5-901A-7DE2C52E6BBA}" destId="{05199989-A7D7-45D0-BC82-6E87706EC570}" srcOrd="3" destOrd="0" parTransId="{21EF3F25-01E6-4E8F-BF68-CA5B570D045E}" sibTransId="{028A3214-9B73-48D9-92B9-9519678FA107}"/>
    <dgm:cxn modelId="{40DB0547-505F-4302-8FB0-2188F9371666}" type="presOf" srcId="{B0139B26-69EF-4CCD-A6A0-371888DB9CF2}" destId="{20D4C711-90ED-497D-A4C8-1FCD768B41E2}" srcOrd="0" destOrd="0" presId="urn:microsoft.com/office/officeart/2005/8/layout/cycle6"/>
    <dgm:cxn modelId="{CDB2B6A5-5606-4017-8828-0B8DDCBA5A53}" type="presOf" srcId="{05199989-A7D7-45D0-BC82-6E87706EC570}" destId="{8C58D88F-6D65-4727-A1AB-22E91B4F2F0B}" srcOrd="0" destOrd="0" presId="urn:microsoft.com/office/officeart/2005/8/layout/cycle6"/>
    <dgm:cxn modelId="{6C93FAA8-74B3-42D2-AE20-2DEC73191500}" type="presOf" srcId="{42B79B98-74A2-41A5-901A-7DE2C52E6BBA}" destId="{54264029-C518-471F-A1FC-C9D456365488}" srcOrd="0" destOrd="0" presId="urn:microsoft.com/office/officeart/2005/8/layout/cycle6"/>
    <dgm:cxn modelId="{2D7F7DAE-7995-4400-A051-5B26C1DBF8BF}" type="presOf" srcId="{ADD4191A-4088-4AA0-894C-614F244A8DBF}" destId="{42DBE13D-2114-4363-9995-1A57F8EFD539}" srcOrd="0" destOrd="0" presId="urn:microsoft.com/office/officeart/2005/8/layout/cycle6"/>
    <dgm:cxn modelId="{729CB1B4-1F92-4425-8682-272987264964}" type="presOf" srcId="{B111B9AE-377F-4140-A108-F17A6B68EF36}" destId="{58C58FAD-B107-4905-B3C0-4100F6A9AAE9}" srcOrd="0" destOrd="0" presId="urn:microsoft.com/office/officeart/2005/8/layout/cycle6"/>
    <dgm:cxn modelId="{63191CB6-B326-4A8E-A517-0051CDE7C3E5}" srcId="{42B79B98-74A2-41A5-901A-7DE2C52E6BBA}" destId="{73A5E191-5A1D-4B89-9425-61081612F956}" srcOrd="4" destOrd="0" parTransId="{E6A2D9E5-14C3-4597-A078-F4A79E13EAC0}" sibTransId="{068F9956-D1D6-4D6A-8319-13D8485A8107}"/>
    <dgm:cxn modelId="{FC0C03C2-3558-4D26-9B11-F190E295D779}" type="presOf" srcId="{73A5E191-5A1D-4B89-9425-61081612F956}" destId="{947464D9-E839-4600-A246-8EC19803155E}" srcOrd="0" destOrd="0" presId="urn:microsoft.com/office/officeart/2005/8/layout/cycle6"/>
    <dgm:cxn modelId="{5E51AAD8-1601-4569-8B30-BB064024D985}" type="presOf" srcId="{28AC3F94-FC1A-40DD-9B59-5181111D9BA3}" destId="{156F4C9B-6BF0-46D5-AD42-F5AF86CF3E1A}" srcOrd="0" destOrd="0" presId="urn:microsoft.com/office/officeart/2005/8/layout/cycle6"/>
    <dgm:cxn modelId="{16E8CCD8-8E5B-4689-86BF-CE1DD0B9608E}" srcId="{42B79B98-74A2-41A5-901A-7DE2C52E6BBA}" destId="{B1D1C8A1-1FCC-4285-A695-D3A7F0A8546E}" srcOrd="1" destOrd="0" parTransId="{DBE281C9-6587-4454-80EB-AFA6C335723E}" sibTransId="{B0139B26-69EF-4CCD-A6A0-371888DB9CF2}"/>
    <dgm:cxn modelId="{7551D0EF-567C-46D2-B262-0084982512EF}" type="presOf" srcId="{B51E6D75-B94F-4C80-986B-03849A1BF492}" destId="{9724664B-B119-4A4E-83AD-E4FFF00B9117}" srcOrd="0" destOrd="0" presId="urn:microsoft.com/office/officeart/2005/8/layout/cycle6"/>
    <dgm:cxn modelId="{861266F7-89B1-48B5-8F90-ABAB9573CEDB}" srcId="{42B79B98-74A2-41A5-901A-7DE2C52E6BBA}" destId="{ADD4191A-4088-4AA0-894C-614F244A8DBF}" srcOrd="2" destOrd="0" parTransId="{70966DFF-D322-40D0-AE0E-4D65344167DF}" sibTransId="{B111B9AE-377F-4140-A108-F17A6B68EF36}"/>
    <dgm:cxn modelId="{2FA898FC-7766-488B-94A5-CDE3DABEA86F}" type="presOf" srcId="{028A3214-9B73-48D9-92B9-9519678FA107}" destId="{F0E20DA2-53E3-4B2D-A86D-742C798933C7}" srcOrd="0" destOrd="0" presId="urn:microsoft.com/office/officeart/2005/8/layout/cycle6"/>
    <dgm:cxn modelId="{236F08ED-9DE8-49DB-A609-F5A6E9A8B9A1}" type="presParOf" srcId="{54264029-C518-471F-A1FC-C9D456365488}" destId="{156F4C9B-6BF0-46D5-AD42-F5AF86CF3E1A}" srcOrd="0" destOrd="0" presId="urn:microsoft.com/office/officeart/2005/8/layout/cycle6"/>
    <dgm:cxn modelId="{0402DBA6-20B4-4B07-BA9F-326C897B3597}" type="presParOf" srcId="{54264029-C518-471F-A1FC-C9D456365488}" destId="{F4F9FFCB-73D5-40F2-BDAE-389AE4AEA8DB}" srcOrd="1" destOrd="0" presId="urn:microsoft.com/office/officeart/2005/8/layout/cycle6"/>
    <dgm:cxn modelId="{3CC33903-8ABA-4986-B35A-48B0EC02D102}" type="presParOf" srcId="{54264029-C518-471F-A1FC-C9D456365488}" destId="{073BD207-AB49-4C85-A979-F9C8E28610F4}" srcOrd="2" destOrd="0" presId="urn:microsoft.com/office/officeart/2005/8/layout/cycle6"/>
    <dgm:cxn modelId="{51F859DF-B49F-45FD-A218-F2E15ADC6BB0}" type="presParOf" srcId="{54264029-C518-471F-A1FC-C9D456365488}" destId="{5BB5440D-96DE-4665-8B95-795E4AB9E17E}" srcOrd="3" destOrd="0" presId="urn:microsoft.com/office/officeart/2005/8/layout/cycle6"/>
    <dgm:cxn modelId="{F5B4D94F-5D63-40BD-8F21-90FBFDF00B63}" type="presParOf" srcId="{54264029-C518-471F-A1FC-C9D456365488}" destId="{9A8A541E-8CAA-44BA-8E25-70804400D71C}" srcOrd="4" destOrd="0" presId="urn:microsoft.com/office/officeart/2005/8/layout/cycle6"/>
    <dgm:cxn modelId="{1CC4BADE-E0AB-48A7-BBF6-4AA89C922BD4}" type="presParOf" srcId="{54264029-C518-471F-A1FC-C9D456365488}" destId="{20D4C711-90ED-497D-A4C8-1FCD768B41E2}" srcOrd="5" destOrd="0" presId="urn:microsoft.com/office/officeart/2005/8/layout/cycle6"/>
    <dgm:cxn modelId="{DF93E6D8-D928-4A38-BFA0-B2BE33A93505}" type="presParOf" srcId="{54264029-C518-471F-A1FC-C9D456365488}" destId="{42DBE13D-2114-4363-9995-1A57F8EFD539}" srcOrd="6" destOrd="0" presId="urn:microsoft.com/office/officeart/2005/8/layout/cycle6"/>
    <dgm:cxn modelId="{B4D35D0D-8C91-48DD-8C33-A3D8F10BBDA6}" type="presParOf" srcId="{54264029-C518-471F-A1FC-C9D456365488}" destId="{B90AC072-8C44-4AF4-8AB8-E1676E630C4F}" srcOrd="7" destOrd="0" presId="urn:microsoft.com/office/officeart/2005/8/layout/cycle6"/>
    <dgm:cxn modelId="{515E0B3B-1CEB-411D-AFA5-C911272A951A}" type="presParOf" srcId="{54264029-C518-471F-A1FC-C9D456365488}" destId="{58C58FAD-B107-4905-B3C0-4100F6A9AAE9}" srcOrd="8" destOrd="0" presId="urn:microsoft.com/office/officeart/2005/8/layout/cycle6"/>
    <dgm:cxn modelId="{468172DB-92F9-4F4C-8758-691F311F5A55}" type="presParOf" srcId="{54264029-C518-471F-A1FC-C9D456365488}" destId="{8C58D88F-6D65-4727-A1AB-22E91B4F2F0B}" srcOrd="9" destOrd="0" presId="urn:microsoft.com/office/officeart/2005/8/layout/cycle6"/>
    <dgm:cxn modelId="{B2359556-6E46-4F85-9579-2C448641DC59}" type="presParOf" srcId="{54264029-C518-471F-A1FC-C9D456365488}" destId="{7F21E1F7-3B14-4935-90CB-B9E6531963AE}" srcOrd="10" destOrd="0" presId="urn:microsoft.com/office/officeart/2005/8/layout/cycle6"/>
    <dgm:cxn modelId="{22FABD80-5F8C-4BE0-A8A0-9A0EEC3686EC}" type="presParOf" srcId="{54264029-C518-471F-A1FC-C9D456365488}" destId="{F0E20DA2-53E3-4B2D-A86D-742C798933C7}" srcOrd="11" destOrd="0" presId="urn:microsoft.com/office/officeart/2005/8/layout/cycle6"/>
    <dgm:cxn modelId="{D086B40D-1F53-40EE-9135-7FAAEBC1A97F}" type="presParOf" srcId="{54264029-C518-471F-A1FC-C9D456365488}" destId="{947464D9-E839-4600-A246-8EC19803155E}" srcOrd="12" destOrd="0" presId="urn:microsoft.com/office/officeart/2005/8/layout/cycle6"/>
    <dgm:cxn modelId="{80FBC90E-5442-4976-9241-57B41A86AB7F}" type="presParOf" srcId="{54264029-C518-471F-A1FC-C9D456365488}" destId="{0C47C1BB-2E59-44B9-A58C-3633525FB83D}" srcOrd="13" destOrd="0" presId="urn:microsoft.com/office/officeart/2005/8/layout/cycle6"/>
    <dgm:cxn modelId="{7D648436-069F-4C7F-8108-6D747015D182}" type="presParOf" srcId="{54264029-C518-471F-A1FC-C9D456365488}" destId="{92A41101-1AB9-40A8-917B-E46E320AA829}" srcOrd="14" destOrd="0" presId="urn:microsoft.com/office/officeart/2005/8/layout/cycle6"/>
    <dgm:cxn modelId="{DE665008-2F79-4B6F-93DB-457BF54F70E5}" type="presParOf" srcId="{54264029-C518-471F-A1FC-C9D456365488}" destId="{A8E6CBFB-5917-418F-92D0-FB28F5F940E2}" srcOrd="15" destOrd="0" presId="urn:microsoft.com/office/officeart/2005/8/layout/cycle6"/>
    <dgm:cxn modelId="{5D3AE830-F026-45B5-B7E8-A7FC24DF9D17}" type="presParOf" srcId="{54264029-C518-471F-A1FC-C9D456365488}" destId="{0C263D44-B6DE-4362-8F35-03A56B2A2D23}" srcOrd="16" destOrd="0" presId="urn:microsoft.com/office/officeart/2005/8/layout/cycle6"/>
    <dgm:cxn modelId="{4A301273-940D-4F20-B75F-76A92372E16F}" type="presParOf" srcId="{54264029-C518-471F-A1FC-C9D456365488}" destId="{9724664B-B119-4A4E-83AD-E4FFF00B9117}" srcOrd="17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FB71DDC-9B1E-4FEB-A1CE-564654E079F6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F1E0856E-4605-46B7-A939-14CDF882C5B1}">
      <dgm:prSet phldrT="[テキスト]" phldr="1"/>
      <dgm:spPr/>
      <dgm:t>
        <a:bodyPr/>
        <a:lstStyle/>
        <a:p>
          <a:endParaRPr kumimoji="1" lang="ja-JP" altLang="en-US"/>
        </a:p>
      </dgm:t>
    </dgm:pt>
    <dgm:pt modelId="{953EA796-7FC5-4F95-9F3D-89B0F77B8662}" type="parTrans" cxnId="{839DCCAC-FB13-48DD-A80A-CC263C5897C6}">
      <dgm:prSet/>
      <dgm:spPr/>
      <dgm:t>
        <a:bodyPr/>
        <a:lstStyle/>
        <a:p>
          <a:endParaRPr kumimoji="1" lang="ja-JP" altLang="en-US"/>
        </a:p>
      </dgm:t>
    </dgm:pt>
    <dgm:pt modelId="{4CA9A205-4E2B-4749-A479-2A257C4F35E8}" type="sibTrans" cxnId="{839DCCAC-FB13-48DD-A80A-CC263C5897C6}">
      <dgm:prSet/>
      <dgm:spPr/>
      <dgm:t>
        <a:bodyPr/>
        <a:lstStyle/>
        <a:p>
          <a:endParaRPr kumimoji="1" lang="ja-JP" altLang="en-US"/>
        </a:p>
      </dgm:t>
    </dgm:pt>
    <dgm:pt modelId="{61BBA4FB-9BC3-4A26-8A88-8F7C0A46C0F6}">
      <dgm:prSet phldrT="[テキスト]" phldr="1"/>
      <dgm:spPr/>
      <dgm:t>
        <a:bodyPr/>
        <a:lstStyle/>
        <a:p>
          <a:endParaRPr kumimoji="1" lang="ja-JP" altLang="en-US"/>
        </a:p>
      </dgm:t>
    </dgm:pt>
    <dgm:pt modelId="{815DA6AB-CF51-48D0-8097-654E58CA254A}" type="parTrans" cxnId="{2FE8FB9A-B0D8-47DA-A31C-8657E5E66215}">
      <dgm:prSet/>
      <dgm:spPr/>
      <dgm:t>
        <a:bodyPr/>
        <a:lstStyle/>
        <a:p>
          <a:endParaRPr kumimoji="1" lang="ja-JP" altLang="en-US"/>
        </a:p>
      </dgm:t>
    </dgm:pt>
    <dgm:pt modelId="{47E28558-27BE-448F-A9C6-4E2F0EF863FD}" type="sibTrans" cxnId="{2FE8FB9A-B0D8-47DA-A31C-8657E5E66215}">
      <dgm:prSet/>
      <dgm:spPr/>
      <dgm:t>
        <a:bodyPr/>
        <a:lstStyle/>
        <a:p>
          <a:endParaRPr kumimoji="1" lang="ja-JP" altLang="en-US"/>
        </a:p>
      </dgm:t>
    </dgm:pt>
    <dgm:pt modelId="{B3CD9004-F3D9-4611-B97F-F0C1FAD8AFF0}">
      <dgm:prSet phldrT="[テキスト]" phldr="1"/>
      <dgm:spPr/>
      <dgm:t>
        <a:bodyPr/>
        <a:lstStyle/>
        <a:p>
          <a:endParaRPr kumimoji="1" lang="ja-JP" altLang="en-US"/>
        </a:p>
      </dgm:t>
    </dgm:pt>
    <dgm:pt modelId="{3F0D31E6-23DA-481D-A5E9-3F19DBA6632C}" type="parTrans" cxnId="{B2E6CCF2-E787-4363-B9BB-3ABA83FC9D2B}">
      <dgm:prSet/>
      <dgm:spPr/>
      <dgm:t>
        <a:bodyPr/>
        <a:lstStyle/>
        <a:p>
          <a:endParaRPr kumimoji="1" lang="ja-JP" altLang="en-US"/>
        </a:p>
      </dgm:t>
    </dgm:pt>
    <dgm:pt modelId="{CE45C855-CBF1-4687-BB2E-9BBC35674997}" type="sibTrans" cxnId="{B2E6CCF2-E787-4363-B9BB-3ABA83FC9D2B}">
      <dgm:prSet/>
      <dgm:spPr/>
      <dgm:t>
        <a:bodyPr/>
        <a:lstStyle/>
        <a:p>
          <a:endParaRPr kumimoji="1" lang="ja-JP" altLang="en-US"/>
        </a:p>
      </dgm:t>
    </dgm:pt>
    <dgm:pt modelId="{07E642B4-0869-4A5A-B398-FD4495768AF7}">
      <dgm:prSet phldrT="[テキスト]" phldr="1"/>
      <dgm:spPr/>
      <dgm:t>
        <a:bodyPr/>
        <a:lstStyle/>
        <a:p>
          <a:endParaRPr kumimoji="1" lang="ja-JP" altLang="en-US"/>
        </a:p>
      </dgm:t>
    </dgm:pt>
    <dgm:pt modelId="{34F36A8F-7196-4B87-974C-214FFBBD0467}" type="parTrans" cxnId="{F68C7FA1-5A2E-4681-A82C-DFFDD17EEA53}">
      <dgm:prSet/>
      <dgm:spPr/>
      <dgm:t>
        <a:bodyPr/>
        <a:lstStyle/>
        <a:p>
          <a:endParaRPr kumimoji="1" lang="ja-JP" altLang="en-US"/>
        </a:p>
      </dgm:t>
    </dgm:pt>
    <dgm:pt modelId="{3AC17651-EC60-4099-B2C3-17C95318643F}" type="sibTrans" cxnId="{F68C7FA1-5A2E-4681-A82C-DFFDD17EEA53}">
      <dgm:prSet/>
      <dgm:spPr/>
      <dgm:t>
        <a:bodyPr/>
        <a:lstStyle/>
        <a:p>
          <a:endParaRPr kumimoji="1" lang="ja-JP" altLang="en-US"/>
        </a:p>
      </dgm:t>
    </dgm:pt>
    <dgm:pt modelId="{0725848D-A5B8-4E00-91EC-11F69A8DA3A4}">
      <dgm:prSet phldrT="[テキスト]" phldr="1"/>
      <dgm:spPr/>
      <dgm:t>
        <a:bodyPr/>
        <a:lstStyle/>
        <a:p>
          <a:endParaRPr kumimoji="1" lang="ja-JP" altLang="en-US"/>
        </a:p>
      </dgm:t>
    </dgm:pt>
    <dgm:pt modelId="{08BAC88E-B42F-49B2-85BD-77EE9A877816}" type="parTrans" cxnId="{375C07C6-02FC-4C6E-99AD-F62A5037D0B8}">
      <dgm:prSet/>
      <dgm:spPr/>
      <dgm:t>
        <a:bodyPr/>
        <a:lstStyle/>
        <a:p>
          <a:endParaRPr kumimoji="1" lang="ja-JP" altLang="en-US"/>
        </a:p>
      </dgm:t>
    </dgm:pt>
    <dgm:pt modelId="{A5787279-87BA-4364-96CA-192C051B8480}" type="sibTrans" cxnId="{375C07C6-02FC-4C6E-99AD-F62A5037D0B8}">
      <dgm:prSet/>
      <dgm:spPr/>
      <dgm:t>
        <a:bodyPr/>
        <a:lstStyle/>
        <a:p>
          <a:endParaRPr kumimoji="1" lang="ja-JP" altLang="en-US"/>
        </a:p>
      </dgm:t>
    </dgm:pt>
    <dgm:pt modelId="{C9EDDDFD-E6B4-4899-8745-439D0C44866C}">
      <dgm:prSet phldrT="[テキスト]"/>
      <dgm:spPr/>
      <dgm:t>
        <a:bodyPr/>
        <a:lstStyle/>
        <a:p>
          <a:endParaRPr kumimoji="1" lang="ja-JP" altLang="en-US"/>
        </a:p>
      </dgm:t>
    </dgm:pt>
    <dgm:pt modelId="{258A4C54-CCDD-4D3C-AB00-42AF9583F5B0}" type="parTrans" cxnId="{EC6745E7-CD1F-4874-BC84-83BF50707003}">
      <dgm:prSet/>
      <dgm:spPr/>
      <dgm:t>
        <a:bodyPr/>
        <a:lstStyle/>
        <a:p>
          <a:endParaRPr kumimoji="1" lang="ja-JP" altLang="en-US"/>
        </a:p>
      </dgm:t>
    </dgm:pt>
    <dgm:pt modelId="{5DD4AEC4-196A-4614-ADC6-11892B55A9CD}" type="sibTrans" cxnId="{EC6745E7-CD1F-4874-BC84-83BF50707003}">
      <dgm:prSet/>
      <dgm:spPr/>
      <dgm:t>
        <a:bodyPr/>
        <a:lstStyle/>
        <a:p>
          <a:endParaRPr kumimoji="1" lang="ja-JP" altLang="en-US"/>
        </a:p>
      </dgm:t>
    </dgm:pt>
    <dgm:pt modelId="{87EA23F6-6C7E-4C8E-90C9-9F0230759622}">
      <dgm:prSet phldrT="[テキスト]"/>
      <dgm:spPr/>
      <dgm:t>
        <a:bodyPr/>
        <a:lstStyle/>
        <a:p>
          <a:endParaRPr kumimoji="1" lang="ja-JP" altLang="en-US"/>
        </a:p>
      </dgm:t>
    </dgm:pt>
    <dgm:pt modelId="{2F964843-05E7-469C-BA00-BD60E1928EA3}" type="parTrans" cxnId="{E3366B52-FCE6-4396-9CBE-A9F67CCEEB59}">
      <dgm:prSet/>
      <dgm:spPr/>
    </dgm:pt>
    <dgm:pt modelId="{2DC20D9B-9423-4281-9CB3-2F0BB6BE7388}" type="sibTrans" cxnId="{E3366B52-FCE6-4396-9CBE-A9F67CCEEB59}">
      <dgm:prSet/>
      <dgm:spPr/>
    </dgm:pt>
    <dgm:pt modelId="{80AF83A8-94D4-4852-9548-B85A07152F4E}" type="pres">
      <dgm:prSet presAssocID="{FFB71DDC-9B1E-4FEB-A1CE-564654E079F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9DFFFC0-4026-4C2E-9BD7-71135A11B0C9}" type="pres">
      <dgm:prSet presAssocID="{F1E0856E-4605-46B7-A939-14CDF882C5B1}" presName="hierRoot1" presStyleCnt="0"/>
      <dgm:spPr/>
    </dgm:pt>
    <dgm:pt modelId="{9B0D5CE0-EF9F-4386-BD0C-DAC8AE1EE4AA}" type="pres">
      <dgm:prSet presAssocID="{F1E0856E-4605-46B7-A939-14CDF882C5B1}" presName="composite" presStyleCnt="0"/>
      <dgm:spPr/>
    </dgm:pt>
    <dgm:pt modelId="{B1CC67F4-DAE3-46C0-BFBD-E08A1980C1FB}" type="pres">
      <dgm:prSet presAssocID="{F1E0856E-4605-46B7-A939-14CDF882C5B1}" presName="background" presStyleLbl="node0" presStyleIdx="0" presStyleCnt="1"/>
      <dgm:spPr/>
    </dgm:pt>
    <dgm:pt modelId="{43980601-F39B-4D4A-ACE6-FA4123B9FB9C}" type="pres">
      <dgm:prSet presAssocID="{F1E0856E-4605-46B7-A939-14CDF882C5B1}" presName="text" presStyleLbl="fgAcc0" presStyleIdx="0" presStyleCnt="1">
        <dgm:presLayoutVars>
          <dgm:chPref val="3"/>
        </dgm:presLayoutVars>
      </dgm:prSet>
      <dgm:spPr/>
    </dgm:pt>
    <dgm:pt modelId="{8BAD928B-60F2-461F-BD77-B7836A0398DA}" type="pres">
      <dgm:prSet presAssocID="{F1E0856E-4605-46B7-A939-14CDF882C5B1}" presName="hierChild2" presStyleCnt="0"/>
      <dgm:spPr/>
    </dgm:pt>
    <dgm:pt modelId="{29037ED7-06A8-4A26-B229-764D8769F315}" type="pres">
      <dgm:prSet presAssocID="{815DA6AB-CF51-48D0-8097-654E58CA254A}" presName="Name10" presStyleLbl="parChTrans1D2" presStyleIdx="0" presStyleCnt="2"/>
      <dgm:spPr/>
    </dgm:pt>
    <dgm:pt modelId="{0A2D09D2-2560-4A21-9FEB-5C135E1B4EBF}" type="pres">
      <dgm:prSet presAssocID="{61BBA4FB-9BC3-4A26-8A88-8F7C0A46C0F6}" presName="hierRoot2" presStyleCnt="0"/>
      <dgm:spPr/>
    </dgm:pt>
    <dgm:pt modelId="{01236DEA-D7F6-472C-8115-9FF2DF1D62D9}" type="pres">
      <dgm:prSet presAssocID="{61BBA4FB-9BC3-4A26-8A88-8F7C0A46C0F6}" presName="composite2" presStyleCnt="0"/>
      <dgm:spPr/>
    </dgm:pt>
    <dgm:pt modelId="{2DA89AC7-2373-4089-93B1-7319DBC1D398}" type="pres">
      <dgm:prSet presAssocID="{61BBA4FB-9BC3-4A26-8A88-8F7C0A46C0F6}" presName="background2" presStyleLbl="node2" presStyleIdx="0" presStyleCnt="2"/>
      <dgm:spPr/>
    </dgm:pt>
    <dgm:pt modelId="{57ED953E-703A-405D-A7BF-B7953308675E}" type="pres">
      <dgm:prSet presAssocID="{61BBA4FB-9BC3-4A26-8A88-8F7C0A46C0F6}" presName="text2" presStyleLbl="fgAcc2" presStyleIdx="0" presStyleCnt="2">
        <dgm:presLayoutVars>
          <dgm:chPref val="3"/>
        </dgm:presLayoutVars>
      </dgm:prSet>
      <dgm:spPr/>
    </dgm:pt>
    <dgm:pt modelId="{53B339EC-01F0-4387-93C8-EFD0481CFED9}" type="pres">
      <dgm:prSet presAssocID="{61BBA4FB-9BC3-4A26-8A88-8F7C0A46C0F6}" presName="hierChild3" presStyleCnt="0"/>
      <dgm:spPr/>
    </dgm:pt>
    <dgm:pt modelId="{F53D0CA7-4A46-4716-A81E-19D5193B3391}" type="pres">
      <dgm:prSet presAssocID="{3F0D31E6-23DA-481D-A5E9-3F19DBA6632C}" presName="Name17" presStyleLbl="parChTrans1D3" presStyleIdx="0" presStyleCnt="4"/>
      <dgm:spPr/>
    </dgm:pt>
    <dgm:pt modelId="{82BE1CA1-F3F2-41B4-8580-2AE77F180C13}" type="pres">
      <dgm:prSet presAssocID="{B3CD9004-F3D9-4611-B97F-F0C1FAD8AFF0}" presName="hierRoot3" presStyleCnt="0"/>
      <dgm:spPr/>
    </dgm:pt>
    <dgm:pt modelId="{3575F005-55E4-4712-A1CF-A772BC892483}" type="pres">
      <dgm:prSet presAssocID="{B3CD9004-F3D9-4611-B97F-F0C1FAD8AFF0}" presName="composite3" presStyleCnt="0"/>
      <dgm:spPr/>
    </dgm:pt>
    <dgm:pt modelId="{1862145C-FA60-4B57-AADF-2165A6E83295}" type="pres">
      <dgm:prSet presAssocID="{B3CD9004-F3D9-4611-B97F-F0C1FAD8AFF0}" presName="background3" presStyleLbl="node3" presStyleIdx="0" presStyleCnt="4"/>
      <dgm:spPr/>
    </dgm:pt>
    <dgm:pt modelId="{33F823B2-DFEE-4645-8362-4B18A0011B6F}" type="pres">
      <dgm:prSet presAssocID="{B3CD9004-F3D9-4611-B97F-F0C1FAD8AFF0}" presName="text3" presStyleLbl="fgAcc3" presStyleIdx="0" presStyleCnt="4">
        <dgm:presLayoutVars>
          <dgm:chPref val="3"/>
        </dgm:presLayoutVars>
      </dgm:prSet>
      <dgm:spPr/>
    </dgm:pt>
    <dgm:pt modelId="{2085C397-7976-4FF1-9F94-46462908E8F8}" type="pres">
      <dgm:prSet presAssocID="{B3CD9004-F3D9-4611-B97F-F0C1FAD8AFF0}" presName="hierChild4" presStyleCnt="0"/>
      <dgm:spPr/>
    </dgm:pt>
    <dgm:pt modelId="{DF1FB110-4A97-419A-AB1D-2D3C60883496}" type="pres">
      <dgm:prSet presAssocID="{34F36A8F-7196-4B87-974C-214FFBBD0467}" presName="Name17" presStyleLbl="parChTrans1D3" presStyleIdx="1" presStyleCnt="4"/>
      <dgm:spPr/>
    </dgm:pt>
    <dgm:pt modelId="{D55712FB-B3BE-467D-8147-76870D8EB68A}" type="pres">
      <dgm:prSet presAssocID="{07E642B4-0869-4A5A-B398-FD4495768AF7}" presName="hierRoot3" presStyleCnt="0"/>
      <dgm:spPr/>
    </dgm:pt>
    <dgm:pt modelId="{2479E91A-BC4E-404C-B9F3-6F33A5289BA3}" type="pres">
      <dgm:prSet presAssocID="{07E642B4-0869-4A5A-B398-FD4495768AF7}" presName="composite3" presStyleCnt="0"/>
      <dgm:spPr/>
    </dgm:pt>
    <dgm:pt modelId="{4360F204-DC2E-4ECE-8343-571FC4828F95}" type="pres">
      <dgm:prSet presAssocID="{07E642B4-0869-4A5A-B398-FD4495768AF7}" presName="background3" presStyleLbl="node3" presStyleIdx="1" presStyleCnt="4"/>
      <dgm:spPr/>
    </dgm:pt>
    <dgm:pt modelId="{81C3F57D-31A9-4136-B341-1F02BC739523}" type="pres">
      <dgm:prSet presAssocID="{07E642B4-0869-4A5A-B398-FD4495768AF7}" presName="text3" presStyleLbl="fgAcc3" presStyleIdx="1" presStyleCnt="4">
        <dgm:presLayoutVars>
          <dgm:chPref val="3"/>
        </dgm:presLayoutVars>
      </dgm:prSet>
      <dgm:spPr/>
    </dgm:pt>
    <dgm:pt modelId="{21A063A0-FCD3-424B-A448-5BF6E98357F4}" type="pres">
      <dgm:prSet presAssocID="{07E642B4-0869-4A5A-B398-FD4495768AF7}" presName="hierChild4" presStyleCnt="0"/>
      <dgm:spPr/>
    </dgm:pt>
    <dgm:pt modelId="{EBDE05B9-DAB0-4E5D-98BB-E05F4E6F375A}" type="pres">
      <dgm:prSet presAssocID="{08BAC88E-B42F-49B2-85BD-77EE9A877816}" presName="Name10" presStyleLbl="parChTrans1D2" presStyleIdx="1" presStyleCnt="2"/>
      <dgm:spPr/>
    </dgm:pt>
    <dgm:pt modelId="{ADF3CCD8-F04C-49CB-A6FB-275848D06058}" type="pres">
      <dgm:prSet presAssocID="{0725848D-A5B8-4E00-91EC-11F69A8DA3A4}" presName="hierRoot2" presStyleCnt="0"/>
      <dgm:spPr/>
    </dgm:pt>
    <dgm:pt modelId="{C8C05A53-D7A3-4E3A-B43A-3E837334EB16}" type="pres">
      <dgm:prSet presAssocID="{0725848D-A5B8-4E00-91EC-11F69A8DA3A4}" presName="composite2" presStyleCnt="0"/>
      <dgm:spPr/>
    </dgm:pt>
    <dgm:pt modelId="{AF3D50C1-5E14-4C8A-A686-0C036C4EE640}" type="pres">
      <dgm:prSet presAssocID="{0725848D-A5B8-4E00-91EC-11F69A8DA3A4}" presName="background2" presStyleLbl="node2" presStyleIdx="1" presStyleCnt="2"/>
      <dgm:spPr/>
    </dgm:pt>
    <dgm:pt modelId="{40A1E8EE-4601-4415-A10B-BFA217412EBB}" type="pres">
      <dgm:prSet presAssocID="{0725848D-A5B8-4E00-91EC-11F69A8DA3A4}" presName="text2" presStyleLbl="fgAcc2" presStyleIdx="1" presStyleCnt="2">
        <dgm:presLayoutVars>
          <dgm:chPref val="3"/>
        </dgm:presLayoutVars>
      </dgm:prSet>
      <dgm:spPr/>
    </dgm:pt>
    <dgm:pt modelId="{1E77CB91-539A-4129-B1DE-CB115793FACE}" type="pres">
      <dgm:prSet presAssocID="{0725848D-A5B8-4E00-91EC-11F69A8DA3A4}" presName="hierChild3" presStyleCnt="0"/>
      <dgm:spPr/>
    </dgm:pt>
    <dgm:pt modelId="{D5DB41B6-4C7C-4DA8-A60A-74313CBF0060}" type="pres">
      <dgm:prSet presAssocID="{258A4C54-CCDD-4D3C-AB00-42AF9583F5B0}" presName="Name17" presStyleLbl="parChTrans1D3" presStyleIdx="2" presStyleCnt="4"/>
      <dgm:spPr/>
    </dgm:pt>
    <dgm:pt modelId="{B3B7F9D8-CB53-42D9-B5D0-2E0956F5D347}" type="pres">
      <dgm:prSet presAssocID="{C9EDDDFD-E6B4-4899-8745-439D0C44866C}" presName="hierRoot3" presStyleCnt="0"/>
      <dgm:spPr/>
    </dgm:pt>
    <dgm:pt modelId="{0CBC8C1E-A190-4FBC-8D8F-C8F9612F6283}" type="pres">
      <dgm:prSet presAssocID="{C9EDDDFD-E6B4-4899-8745-439D0C44866C}" presName="composite3" presStyleCnt="0"/>
      <dgm:spPr/>
    </dgm:pt>
    <dgm:pt modelId="{0EBD4178-4F22-4233-9077-08BBE9139860}" type="pres">
      <dgm:prSet presAssocID="{C9EDDDFD-E6B4-4899-8745-439D0C44866C}" presName="background3" presStyleLbl="node3" presStyleIdx="2" presStyleCnt="4"/>
      <dgm:spPr/>
    </dgm:pt>
    <dgm:pt modelId="{3750DE34-A7DD-4CFB-A7F3-C858B041D613}" type="pres">
      <dgm:prSet presAssocID="{C9EDDDFD-E6B4-4899-8745-439D0C44866C}" presName="text3" presStyleLbl="fgAcc3" presStyleIdx="2" presStyleCnt="4">
        <dgm:presLayoutVars>
          <dgm:chPref val="3"/>
        </dgm:presLayoutVars>
      </dgm:prSet>
      <dgm:spPr/>
    </dgm:pt>
    <dgm:pt modelId="{007BFC91-7717-4D91-B3AD-FB8B81DEE5DD}" type="pres">
      <dgm:prSet presAssocID="{C9EDDDFD-E6B4-4899-8745-439D0C44866C}" presName="hierChild4" presStyleCnt="0"/>
      <dgm:spPr/>
    </dgm:pt>
    <dgm:pt modelId="{DCA75129-8FB1-4A15-AD19-22835411783D}" type="pres">
      <dgm:prSet presAssocID="{2F964843-05E7-469C-BA00-BD60E1928EA3}" presName="Name17" presStyleLbl="parChTrans1D3" presStyleIdx="3" presStyleCnt="4"/>
      <dgm:spPr/>
    </dgm:pt>
    <dgm:pt modelId="{CF7F0307-5629-4AEB-9F27-CA3EFA2641B2}" type="pres">
      <dgm:prSet presAssocID="{87EA23F6-6C7E-4C8E-90C9-9F0230759622}" presName="hierRoot3" presStyleCnt="0"/>
      <dgm:spPr/>
    </dgm:pt>
    <dgm:pt modelId="{0EA98ECF-897E-4115-BBC0-DB53F1F6F79F}" type="pres">
      <dgm:prSet presAssocID="{87EA23F6-6C7E-4C8E-90C9-9F0230759622}" presName="composite3" presStyleCnt="0"/>
      <dgm:spPr/>
    </dgm:pt>
    <dgm:pt modelId="{4CAF4158-4F2B-4059-964B-807BBADDD0C4}" type="pres">
      <dgm:prSet presAssocID="{87EA23F6-6C7E-4C8E-90C9-9F0230759622}" presName="background3" presStyleLbl="node3" presStyleIdx="3" presStyleCnt="4"/>
      <dgm:spPr/>
    </dgm:pt>
    <dgm:pt modelId="{DBF4BB38-49EC-4CE1-B50C-00E5C7506560}" type="pres">
      <dgm:prSet presAssocID="{87EA23F6-6C7E-4C8E-90C9-9F0230759622}" presName="text3" presStyleLbl="fgAcc3" presStyleIdx="3" presStyleCnt="4">
        <dgm:presLayoutVars>
          <dgm:chPref val="3"/>
        </dgm:presLayoutVars>
      </dgm:prSet>
      <dgm:spPr/>
    </dgm:pt>
    <dgm:pt modelId="{E883110D-81DE-415C-BCD4-8EEA320BAF1E}" type="pres">
      <dgm:prSet presAssocID="{87EA23F6-6C7E-4C8E-90C9-9F0230759622}" presName="hierChild4" presStyleCnt="0"/>
      <dgm:spPr/>
    </dgm:pt>
  </dgm:ptLst>
  <dgm:cxnLst>
    <dgm:cxn modelId="{20BA221A-1AD7-4BAC-BE09-AFF67A5428CD}" type="presOf" srcId="{FFB71DDC-9B1E-4FEB-A1CE-564654E079F6}" destId="{80AF83A8-94D4-4852-9548-B85A07152F4E}" srcOrd="0" destOrd="0" presId="urn:microsoft.com/office/officeart/2005/8/layout/hierarchy1"/>
    <dgm:cxn modelId="{0EE84329-DF9B-4E59-A651-B55E65001977}" type="presOf" srcId="{258A4C54-CCDD-4D3C-AB00-42AF9583F5B0}" destId="{D5DB41B6-4C7C-4DA8-A60A-74313CBF0060}" srcOrd="0" destOrd="0" presId="urn:microsoft.com/office/officeart/2005/8/layout/hierarchy1"/>
    <dgm:cxn modelId="{C6EB8E2F-89D5-4BEB-833B-30B7A702C657}" type="presOf" srcId="{C9EDDDFD-E6B4-4899-8745-439D0C44866C}" destId="{3750DE34-A7DD-4CFB-A7F3-C858B041D613}" srcOrd="0" destOrd="0" presId="urn:microsoft.com/office/officeart/2005/8/layout/hierarchy1"/>
    <dgm:cxn modelId="{4F27D836-F92B-4D0D-9C71-5301ACB70C52}" type="presOf" srcId="{3F0D31E6-23DA-481D-A5E9-3F19DBA6632C}" destId="{F53D0CA7-4A46-4716-A81E-19D5193B3391}" srcOrd="0" destOrd="0" presId="urn:microsoft.com/office/officeart/2005/8/layout/hierarchy1"/>
    <dgm:cxn modelId="{BAB4F940-5CD2-4AF8-84E2-E61A5A66FD81}" type="presOf" srcId="{61BBA4FB-9BC3-4A26-8A88-8F7C0A46C0F6}" destId="{57ED953E-703A-405D-A7BF-B7953308675E}" srcOrd="0" destOrd="0" presId="urn:microsoft.com/office/officeart/2005/8/layout/hierarchy1"/>
    <dgm:cxn modelId="{7BF3804C-473A-4A9F-999A-A788B49A756D}" type="presOf" srcId="{B3CD9004-F3D9-4611-B97F-F0C1FAD8AFF0}" destId="{33F823B2-DFEE-4645-8362-4B18A0011B6F}" srcOrd="0" destOrd="0" presId="urn:microsoft.com/office/officeart/2005/8/layout/hierarchy1"/>
    <dgm:cxn modelId="{246B354E-ACE0-40C7-A299-8DE2C1974D26}" type="presOf" srcId="{815DA6AB-CF51-48D0-8097-654E58CA254A}" destId="{29037ED7-06A8-4A26-B229-764D8769F315}" srcOrd="0" destOrd="0" presId="urn:microsoft.com/office/officeart/2005/8/layout/hierarchy1"/>
    <dgm:cxn modelId="{7E7A5A70-219E-4F4F-A4C8-BCDF4ED01366}" type="presOf" srcId="{2F964843-05E7-469C-BA00-BD60E1928EA3}" destId="{DCA75129-8FB1-4A15-AD19-22835411783D}" srcOrd="0" destOrd="0" presId="urn:microsoft.com/office/officeart/2005/8/layout/hierarchy1"/>
    <dgm:cxn modelId="{E3366B52-FCE6-4396-9CBE-A9F67CCEEB59}" srcId="{0725848D-A5B8-4E00-91EC-11F69A8DA3A4}" destId="{87EA23F6-6C7E-4C8E-90C9-9F0230759622}" srcOrd="1" destOrd="0" parTransId="{2F964843-05E7-469C-BA00-BD60E1928EA3}" sibTransId="{2DC20D9B-9423-4281-9CB3-2F0BB6BE7388}"/>
    <dgm:cxn modelId="{A7869577-1DB0-4A1A-9975-DD38BABD11CA}" type="presOf" srcId="{07E642B4-0869-4A5A-B398-FD4495768AF7}" destId="{81C3F57D-31A9-4136-B341-1F02BC739523}" srcOrd="0" destOrd="0" presId="urn:microsoft.com/office/officeart/2005/8/layout/hierarchy1"/>
    <dgm:cxn modelId="{2FE8FB9A-B0D8-47DA-A31C-8657E5E66215}" srcId="{F1E0856E-4605-46B7-A939-14CDF882C5B1}" destId="{61BBA4FB-9BC3-4A26-8A88-8F7C0A46C0F6}" srcOrd="0" destOrd="0" parTransId="{815DA6AB-CF51-48D0-8097-654E58CA254A}" sibTransId="{47E28558-27BE-448F-A9C6-4E2F0EF863FD}"/>
    <dgm:cxn modelId="{38E2119B-2B7B-461D-A815-C608FD4B8AB4}" type="presOf" srcId="{F1E0856E-4605-46B7-A939-14CDF882C5B1}" destId="{43980601-F39B-4D4A-ACE6-FA4123B9FB9C}" srcOrd="0" destOrd="0" presId="urn:microsoft.com/office/officeart/2005/8/layout/hierarchy1"/>
    <dgm:cxn modelId="{F68C7FA1-5A2E-4681-A82C-DFFDD17EEA53}" srcId="{61BBA4FB-9BC3-4A26-8A88-8F7C0A46C0F6}" destId="{07E642B4-0869-4A5A-B398-FD4495768AF7}" srcOrd="1" destOrd="0" parTransId="{34F36A8F-7196-4B87-974C-214FFBBD0467}" sibTransId="{3AC17651-EC60-4099-B2C3-17C95318643F}"/>
    <dgm:cxn modelId="{97513FA3-1EE8-49AA-9A70-C0EE10ACA055}" type="presOf" srcId="{0725848D-A5B8-4E00-91EC-11F69A8DA3A4}" destId="{40A1E8EE-4601-4415-A10B-BFA217412EBB}" srcOrd="0" destOrd="0" presId="urn:microsoft.com/office/officeart/2005/8/layout/hierarchy1"/>
    <dgm:cxn modelId="{FA1AA2A9-727B-46B9-BF46-24FFEE00CD21}" type="presOf" srcId="{08BAC88E-B42F-49B2-85BD-77EE9A877816}" destId="{EBDE05B9-DAB0-4E5D-98BB-E05F4E6F375A}" srcOrd="0" destOrd="0" presId="urn:microsoft.com/office/officeart/2005/8/layout/hierarchy1"/>
    <dgm:cxn modelId="{839DCCAC-FB13-48DD-A80A-CC263C5897C6}" srcId="{FFB71DDC-9B1E-4FEB-A1CE-564654E079F6}" destId="{F1E0856E-4605-46B7-A939-14CDF882C5B1}" srcOrd="0" destOrd="0" parTransId="{953EA796-7FC5-4F95-9F3D-89B0F77B8662}" sibTransId="{4CA9A205-4E2B-4749-A479-2A257C4F35E8}"/>
    <dgm:cxn modelId="{375C07C6-02FC-4C6E-99AD-F62A5037D0B8}" srcId="{F1E0856E-4605-46B7-A939-14CDF882C5B1}" destId="{0725848D-A5B8-4E00-91EC-11F69A8DA3A4}" srcOrd="1" destOrd="0" parTransId="{08BAC88E-B42F-49B2-85BD-77EE9A877816}" sibTransId="{A5787279-87BA-4364-96CA-192C051B8480}"/>
    <dgm:cxn modelId="{C46AE4C9-5A2F-49F5-8083-78DB6CBD1396}" type="presOf" srcId="{87EA23F6-6C7E-4C8E-90C9-9F0230759622}" destId="{DBF4BB38-49EC-4CE1-B50C-00E5C7506560}" srcOrd="0" destOrd="0" presId="urn:microsoft.com/office/officeart/2005/8/layout/hierarchy1"/>
    <dgm:cxn modelId="{EC6745E7-CD1F-4874-BC84-83BF50707003}" srcId="{0725848D-A5B8-4E00-91EC-11F69A8DA3A4}" destId="{C9EDDDFD-E6B4-4899-8745-439D0C44866C}" srcOrd="0" destOrd="0" parTransId="{258A4C54-CCDD-4D3C-AB00-42AF9583F5B0}" sibTransId="{5DD4AEC4-196A-4614-ADC6-11892B55A9CD}"/>
    <dgm:cxn modelId="{B2E6CCF2-E787-4363-B9BB-3ABA83FC9D2B}" srcId="{61BBA4FB-9BC3-4A26-8A88-8F7C0A46C0F6}" destId="{B3CD9004-F3D9-4611-B97F-F0C1FAD8AFF0}" srcOrd="0" destOrd="0" parTransId="{3F0D31E6-23DA-481D-A5E9-3F19DBA6632C}" sibTransId="{CE45C855-CBF1-4687-BB2E-9BBC35674997}"/>
    <dgm:cxn modelId="{141481F5-C73E-4EBB-83E2-87C99DAB1499}" type="presOf" srcId="{34F36A8F-7196-4B87-974C-214FFBBD0467}" destId="{DF1FB110-4A97-419A-AB1D-2D3C60883496}" srcOrd="0" destOrd="0" presId="urn:microsoft.com/office/officeart/2005/8/layout/hierarchy1"/>
    <dgm:cxn modelId="{050BA6A0-00D8-4C55-9480-DCBCB98F8CE5}" type="presParOf" srcId="{80AF83A8-94D4-4852-9548-B85A07152F4E}" destId="{F9DFFFC0-4026-4C2E-9BD7-71135A11B0C9}" srcOrd="0" destOrd="0" presId="urn:microsoft.com/office/officeart/2005/8/layout/hierarchy1"/>
    <dgm:cxn modelId="{4C7BFD92-5E66-47EB-81E4-71A09CA06D24}" type="presParOf" srcId="{F9DFFFC0-4026-4C2E-9BD7-71135A11B0C9}" destId="{9B0D5CE0-EF9F-4386-BD0C-DAC8AE1EE4AA}" srcOrd="0" destOrd="0" presId="urn:microsoft.com/office/officeart/2005/8/layout/hierarchy1"/>
    <dgm:cxn modelId="{783BE413-4E57-4CC4-8029-7DC52838716B}" type="presParOf" srcId="{9B0D5CE0-EF9F-4386-BD0C-DAC8AE1EE4AA}" destId="{B1CC67F4-DAE3-46C0-BFBD-E08A1980C1FB}" srcOrd="0" destOrd="0" presId="urn:microsoft.com/office/officeart/2005/8/layout/hierarchy1"/>
    <dgm:cxn modelId="{EF885DDE-1CAB-4F30-B045-EB8524E50FDF}" type="presParOf" srcId="{9B0D5CE0-EF9F-4386-BD0C-DAC8AE1EE4AA}" destId="{43980601-F39B-4D4A-ACE6-FA4123B9FB9C}" srcOrd="1" destOrd="0" presId="urn:microsoft.com/office/officeart/2005/8/layout/hierarchy1"/>
    <dgm:cxn modelId="{1DB563DE-C6E4-424C-A162-D36D1A8EF236}" type="presParOf" srcId="{F9DFFFC0-4026-4C2E-9BD7-71135A11B0C9}" destId="{8BAD928B-60F2-461F-BD77-B7836A0398DA}" srcOrd="1" destOrd="0" presId="urn:microsoft.com/office/officeart/2005/8/layout/hierarchy1"/>
    <dgm:cxn modelId="{D63EB601-ABC3-42AE-BEDA-3F845B68DACB}" type="presParOf" srcId="{8BAD928B-60F2-461F-BD77-B7836A0398DA}" destId="{29037ED7-06A8-4A26-B229-764D8769F315}" srcOrd="0" destOrd="0" presId="urn:microsoft.com/office/officeart/2005/8/layout/hierarchy1"/>
    <dgm:cxn modelId="{C5D0E30C-06EB-4050-942F-EF1ACDB0D7AB}" type="presParOf" srcId="{8BAD928B-60F2-461F-BD77-B7836A0398DA}" destId="{0A2D09D2-2560-4A21-9FEB-5C135E1B4EBF}" srcOrd="1" destOrd="0" presId="urn:microsoft.com/office/officeart/2005/8/layout/hierarchy1"/>
    <dgm:cxn modelId="{40438932-2CCB-49AE-9336-38D1CDF4CFB8}" type="presParOf" srcId="{0A2D09D2-2560-4A21-9FEB-5C135E1B4EBF}" destId="{01236DEA-D7F6-472C-8115-9FF2DF1D62D9}" srcOrd="0" destOrd="0" presId="urn:microsoft.com/office/officeart/2005/8/layout/hierarchy1"/>
    <dgm:cxn modelId="{5F20D727-D661-412C-8397-4EDC9494D6D2}" type="presParOf" srcId="{01236DEA-D7F6-472C-8115-9FF2DF1D62D9}" destId="{2DA89AC7-2373-4089-93B1-7319DBC1D398}" srcOrd="0" destOrd="0" presId="urn:microsoft.com/office/officeart/2005/8/layout/hierarchy1"/>
    <dgm:cxn modelId="{4FE27583-D7EC-488C-8329-179CD22BB6C8}" type="presParOf" srcId="{01236DEA-D7F6-472C-8115-9FF2DF1D62D9}" destId="{57ED953E-703A-405D-A7BF-B7953308675E}" srcOrd="1" destOrd="0" presId="urn:microsoft.com/office/officeart/2005/8/layout/hierarchy1"/>
    <dgm:cxn modelId="{6E9C4E82-1EF6-4445-9EDB-F608D913F9AF}" type="presParOf" srcId="{0A2D09D2-2560-4A21-9FEB-5C135E1B4EBF}" destId="{53B339EC-01F0-4387-93C8-EFD0481CFED9}" srcOrd="1" destOrd="0" presId="urn:microsoft.com/office/officeart/2005/8/layout/hierarchy1"/>
    <dgm:cxn modelId="{62F1614E-F3FB-4DE4-A11F-32EB28C66984}" type="presParOf" srcId="{53B339EC-01F0-4387-93C8-EFD0481CFED9}" destId="{F53D0CA7-4A46-4716-A81E-19D5193B3391}" srcOrd="0" destOrd="0" presId="urn:microsoft.com/office/officeart/2005/8/layout/hierarchy1"/>
    <dgm:cxn modelId="{422C926B-1AD3-413A-92D2-B5FC05935306}" type="presParOf" srcId="{53B339EC-01F0-4387-93C8-EFD0481CFED9}" destId="{82BE1CA1-F3F2-41B4-8580-2AE77F180C13}" srcOrd="1" destOrd="0" presId="urn:microsoft.com/office/officeart/2005/8/layout/hierarchy1"/>
    <dgm:cxn modelId="{471C3D50-B070-49CC-8A19-316B8F769547}" type="presParOf" srcId="{82BE1CA1-F3F2-41B4-8580-2AE77F180C13}" destId="{3575F005-55E4-4712-A1CF-A772BC892483}" srcOrd="0" destOrd="0" presId="urn:microsoft.com/office/officeart/2005/8/layout/hierarchy1"/>
    <dgm:cxn modelId="{916B3A96-4CB0-4138-B41D-54233F847613}" type="presParOf" srcId="{3575F005-55E4-4712-A1CF-A772BC892483}" destId="{1862145C-FA60-4B57-AADF-2165A6E83295}" srcOrd="0" destOrd="0" presId="urn:microsoft.com/office/officeart/2005/8/layout/hierarchy1"/>
    <dgm:cxn modelId="{B1008642-1B36-427B-B9C3-3F7AA12D3426}" type="presParOf" srcId="{3575F005-55E4-4712-A1CF-A772BC892483}" destId="{33F823B2-DFEE-4645-8362-4B18A0011B6F}" srcOrd="1" destOrd="0" presId="urn:microsoft.com/office/officeart/2005/8/layout/hierarchy1"/>
    <dgm:cxn modelId="{E9A12ABB-BC0C-4300-BC6C-B9F05C1C3113}" type="presParOf" srcId="{82BE1CA1-F3F2-41B4-8580-2AE77F180C13}" destId="{2085C397-7976-4FF1-9F94-46462908E8F8}" srcOrd="1" destOrd="0" presId="urn:microsoft.com/office/officeart/2005/8/layout/hierarchy1"/>
    <dgm:cxn modelId="{47319562-EE4B-41AF-BB89-162617A3ED5D}" type="presParOf" srcId="{53B339EC-01F0-4387-93C8-EFD0481CFED9}" destId="{DF1FB110-4A97-419A-AB1D-2D3C60883496}" srcOrd="2" destOrd="0" presId="urn:microsoft.com/office/officeart/2005/8/layout/hierarchy1"/>
    <dgm:cxn modelId="{83AF5AE8-8F55-4C58-B1B4-6E275ADAC411}" type="presParOf" srcId="{53B339EC-01F0-4387-93C8-EFD0481CFED9}" destId="{D55712FB-B3BE-467D-8147-76870D8EB68A}" srcOrd="3" destOrd="0" presId="urn:microsoft.com/office/officeart/2005/8/layout/hierarchy1"/>
    <dgm:cxn modelId="{9F6BB447-2EC8-4DAD-9F34-4C59C290F1FE}" type="presParOf" srcId="{D55712FB-B3BE-467D-8147-76870D8EB68A}" destId="{2479E91A-BC4E-404C-B9F3-6F33A5289BA3}" srcOrd="0" destOrd="0" presId="urn:microsoft.com/office/officeart/2005/8/layout/hierarchy1"/>
    <dgm:cxn modelId="{73E4D958-56E8-4235-B31A-0F1637568C87}" type="presParOf" srcId="{2479E91A-BC4E-404C-B9F3-6F33A5289BA3}" destId="{4360F204-DC2E-4ECE-8343-571FC4828F95}" srcOrd="0" destOrd="0" presId="urn:microsoft.com/office/officeart/2005/8/layout/hierarchy1"/>
    <dgm:cxn modelId="{FDB2E00E-4C11-48DA-86D9-A24956C2097E}" type="presParOf" srcId="{2479E91A-BC4E-404C-B9F3-6F33A5289BA3}" destId="{81C3F57D-31A9-4136-B341-1F02BC739523}" srcOrd="1" destOrd="0" presId="urn:microsoft.com/office/officeart/2005/8/layout/hierarchy1"/>
    <dgm:cxn modelId="{3B880AF4-40FA-4009-A0D8-C3320D938760}" type="presParOf" srcId="{D55712FB-B3BE-467D-8147-76870D8EB68A}" destId="{21A063A0-FCD3-424B-A448-5BF6E98357F4}" srcOrd="1" destOrd="0" presId="urn:microsoft.com/office/officeart/2005/8/layout/hierarchy1"/>
    <dgm:cxn modelId="{DA4A25BA-3D2A-449F-B757-005A636030E6}" type="presParOf" srcId="{8BAD928B-60F2-461F-BD77-B7836A0398DA}" destId="{EBDE05B9-DAB0-4E5D-98BB-E05F4E6F375A}" srcOrd="2" destOrd="0" presId="urn:microsoft.com/office/officeart/2005/8/layout/hierarchy1"/>
    <dgm:cxn modelId="{2A132FAA-BC10-4CBC-B9D2-7B252D53B146}" type="presParOf" srcId="{8BAD928B-60F2-461F-BD77-B7836A0398DA}" destId="{ADF3CCD8-F04C-49CB-A6FB-275848D06058}" srcOrd="3" destOrd="0" presId="urn:microsoft.com/office/officeart/2005/8/layout/hierarchy1"/>
    <dgm:cxn modelId="{2C75EF2E-1492-46A5-A6B0-F81A34F793A5}" type="presParOf" srcId="{ADF3CCD8-F04C-49CB-A6FB-275848D06058}" destId="{C8C05A53-D7A3-4E3A-B43A-3E837334EB16}" srcOrd="0" destOrd="0" presId="urn:microsoft.com/office/officeart/2005/8/layout/hierarchy1"/>
    <dgm:cxn modelId="{6F61F294-4375-4256-96E6-B24C15587B3C}" type="presParOf" srcId="{C8C05A53-D7A3-4E3A-B43A-3E837334EB16}" destId="{AF3D50C1-5E14-4C8A-A686-0C036C4EE640}" srcOrd="0" destOrd="0" presId="urn:microsoft.com/office/officeart/2005/8/layout/hierarchy1"/>
    <dgm:cxn modelId="{F5A84DB9-3474-4194-B58E-88B490FC68FA}" type="presParOf" srcId="{C8C05A53-D7A3-4E3A-B43A-3E837334EB16}" destId="{40A1E8EE-4601-4415-A10B-BFA217412EBB}" srcOrd="1" destOrd="0" presId="urn:microsoft.com/office/officeart/2005/8/layout/hierarchy1"/>
    <dgm:cxn modelId="{D038A2AC-2AB0-4982-B625-7C491B0BAEAA}" type="presParOf" srcId="{ADF3CCD8-F04C-49CB-A6FB-275848D06058}" destId="{1E77CB91-539A-4129-B1DE-CB115793FACE}" srcOrd="1" destOrd="0" presId="urn:microsoft.com/office/officeart/2005/8/layout/hierarchy1"/>
    <dgm:cxn modelId="{B6952E27-728D-4168-9FC3-302AD8C52A75}" type="presParOf" srcId="{1E77CB91-539A-4129-B1DE-CB115793FACE}" destId="{D5DB41B6-4C7C-4DA8-A60A-74313CBF0060}" srcOrd="0" destOrd="0" presId="urn:microsoft.com/office/officeart/2005/8/layout/hierarchy1"/>
    <dgm:cxn modelId="{4B61A0D7-D267-40E2-8815-1DD48773460D}" type="presParOf" srcId="{1E77CB91-539A-4129-B1DE-CB115793FACE}" destId="{B3B7F9D8-CB53-42D9-B5D0-2E0956F5D347}" srcOrd="1" destOrd="0" presId="urn:microsoft.com/office/officeart/2005/8/layout/hierarchy1"/>
    <dgm:cxn modelId="{BAD3432C-DFFB-4655-907B-091198F2534F}" type="presParOf" srcId="{B3B7F9D8-CB53-42D9-B5D0-2E0956F5D347}" destId="{0CBC8C1E-A190-4FBC-8D8F-C8F9612F6283}" srcOrd="0" destOrd="0" presId="urn:microsoft.com/office/officeart/2005/8/layout/hierarchy1"/>
    <dgm:cxn modelId="{FD51BA5D-D2BC-4446-8EEF-50DA273EA877}" type="presParOf" srcId="{0CBC8C1E-A190-4FBC-8D8F-C8F9612F6283}" destId="{0EBD4178-4F22-4233-9077-08BBE9139860}" srcOrd="0" destOrd="0" presId="urn:microsoft.com/office/officeart/2005/8/layout/hierarchy1"/>
    <dgm:cxn modelId="{E1159A69-7E95-409C-AA98-B40E52623245}" type="presParOf" srcId="{0CBC8C1E-A190-4FBC-8D8F-C8F9612F6283}" destId="{3750DE34-A7DD-4CFB-A7F3-C858B041D613}" srcOrd="1" destOrd="0" presId="urn:microsoft.com/office/officeart/2005/8/layout/hierarchy1"/>
    <dgm:cxn modelId="{9A17502B-6617-4327-940B-1C9079A6CF58}" type="presParOf" srcId="{B3B7F9D8-CB53-42D9-B5D0-2E0956F5D347}" destId="{007BFC91-7717-4D91-B3AD-FB8B81DEE5DD}" srcOrd="1" destOrd="0" presId="urn:microsoft.com/office/officeart/2005/8/layout/hierarchy1"/>
    <dgm:cxn modelId="{24096F92-0AB8-49E6-A3C6-83520CB9ABBD}" type="presParOf" srcId="{1E77CB91-539A-4129-B1DE-CB115793FACE}" destId="{DCA75129-8FB1-4A15-AD19-22835411783D}" srcOrd="2" destOrd="0" presId="urn:microsoft.com/office/officeart/2005/8/layout/hierarchy1"/>
    <dgm:cxn modelId="{B9125A14-1781-4DC2-8D39-2466F1BE53EE}" type="presParOf" srcId="{1E77CB91-539A-4129-B1DE-CB115793FACE}" destId="{CF7F0307-5629-4AEB-9F27-CA3EFA2641B2}" srcOrd="3" destOrd="0" presId="urn:microsoft.com/office/officeart/2005/8/layout/hierarchy1"/>
    <dgm:cxn modelId="{FD7BF5F0-3590-4ED1-B69F-882FCAC6A73D}" type="presParOf" srcId="{CF7F0307-5629-4AEB-9F27-CA3EFA2641B2}" destId="{0EA98ECF-897E-4115-BBC0-DB53F1F6F79F}" srcOrd="0" destOrd="0" presId="urn:microsoft.com/office/officeart/2005/8/layout/hierarchy1"/>
    <dgm:cxn modelId="{645D4A60-A7AA-4F00-8032-16A57A0A7F90}" type="presParOf" srcId="{0EA98ECF-897E-4115-BBC0-DB53F1F6F79F}" destId="{4CAF4158-4F2B-4059-964B-807BBADDD0C4}" srcOrd="0" destOrd="0" presId="urn:microsoft.com/office/officeart/2005/8/layout/hierarchy1"/>
    <dgm:cxn modelId="{80B47BFC-16E5-4CC2-AF68-F6659A3F09B8}" type="presParOf" srcId="{0EA98ECF-897E-4115-BBC0-DB53F1F6F79F}" destId="{DBF4BB38-49EC-4CE1-B50C-00E5C7506560}" srcOrd="1" destOrd="0" presId="urn:microsoft.com/office/officeart/2005/8/layout/hierarchy1"/>
    <dgm:cxn modelId="{BD18DDEF-37E8-43DB-9D5C-48BB950F4AA0}" type="presParOf" srcId="{CF7F0307-5629-4AEB-9F27-CA3EFA2641B2}" destId="{E883110D-81DE-415C-BCD4-8EEA320BAF1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6F4C9B-6BF0-46D5-AD42-F5AF86CF3E1A}">
      <dsp:nvSpPr>
        <dsp:cNvPr id="0" name=""/>
        <dsp:cNvSpPr/>
      </dsp:nvSpPr>
      <dsp:spPr>
        <a:xfrm>
          <a:off x="1395180" y="799"/>
          <a:ext cx="541801" cy="3521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700" kern="1200"/>
        </a:p>
      </dsp:txBody>
      <dsp:txXfrm>
        <a:off x="1412372" y="17991"/>
        <a:ext cx="507417" cy="317787"/>
      </dsp:txXfrm>
    </dsp:sp>
    <dsp:sp modelId="{073BD207-AB49-4C85-A979-F9C8E28610F4}">
      <dsp:nvSpPr>
        <dsp:cNvPr id="0" name=""/>
        <dsp:cNvSpPr/>
      </dsp:nvSpPr>
      <dsp:spPr>
        <a:xfrm>
          <a:off x="837097" y="176885"/>
          <a:ext cx="1657968" cy="1657968"/>
        </a:xfrm>
        <a:custGeom>
          <a:avLst/>
          <a:gdLst/>
          <a:ahLst/>
          <a:cxnLst/>
          <a:rect l="0" t="0" r="0" b="0"/>
          <a:pathLst>
            <a:path>
              <a:moveTo>
                <a:pt x="1103339" y="46715"/>
              </a:moveTo>
              <a:arcTo wR="828984" hR="828984" stAng="17359602" swAng="1499340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B5440D-96DE-4665-8B95-795E4AB9E17E}">
      <dsp:nvSpPr>
        <dsp:cNvPr id="0" name=""/>
        <dsp:cNvSpPr/>
      </dsp:nvSpPr>
      <dsp:spPr>
        <a:xfrm>
          <a:off x="2113101" y="415291"/>
          <a:ext cx="541801" cy="3521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700" kern="1200"/>
        </a:p>
      </dsp:txBody>
      <dsp:txXfrm>
        <a:off x="2130293" y="432483"/>
        <a:ext cx="507417" cy="317787"/>
      </dsp:txXfrm>
    </dsp:sp>
    <dsp:sp modelId="{20D4C711-90ED-497D-A4C8-1FCD768B41E2}">
      <dsp:nvSpPr>
        <dsp:cNvPr id="0" name=""/>
        <dsp:cNvSpPr/>
      </dsp:nvSpPr>
      <dsp:spPr>
        <a:xfrm>
          <a:off x="837097" y="176885"/>
          <a:ext cx="1657968" cy="1657968"/>
        </a:xfrm>
        <a:custGeom>
          <a:avLst/>
          <a:gdLst/>
          <a:ahLst/>
          <a:cxnLst/>
          <a:rect l="0" t="0" r="0" b="0"/>
          <a:pathLst>
            <a:path>
              <a:moveTo>
                <a:pt x="1624305" y="595148"/>
              </a:moveTo>
              <a:arcTo wR="828984" hR="828984" stAng="20616954" swAng="1966092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DBE13D-2114-4363-9995-1A57F8EFD539}">
      <dsp:nvSpPr>
        <dsp:cNvPr id="0" name=""/>
        <dsp:cNvSpPr/>
      </dsp:nvSpPr>
      <dsp:spPr>
        <a:xfrm>
          <a:off x="2113101" y="1244275"/>
          <a:ext cx="541801" cy="3521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700" kern="1200"/>
        </a:p>
      </dsp:txBody>
      <dsp:txXfrm>
        <a:off x="2130293" y="1261467"/>
        <a:ext cx="507417" cy="317787"/>
      </dsp:txXfrm>
    </dsp:sp>
    <dsp:sp modelId="{58C58FAD-B107-4905-B3C0-4100F6A9AAE9}">
      <dsp:nvSpPr>
        <dsp:cNvPr id="0" name=""/>
        <dsp:cNvSpPr/>
      </dsp:nvSpPr>
      <dsp:spPr>
        <a:xfrm>
          <a:off x="837097" y="176885"/>
          <a:ext cx="1657968" cy="1657968"/>
        </a:xfrm>
        <a:custGeom>
          <a:avLst/>
          <a:gdLst/>
          <a:ahLst/>
          <a:cxnLst/>
          <a:rect l="0" t="0" r="0" b="0"/>
          <a:pathLst>
            <a:path>
              <a:moveTo>
                <a:pt x="1408121" y="1422123"/>
              </a:moveTo>
              <a:arcTo wR="828984" hR="828984" stAng="2741058" swAng="1499340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58D88F-6D65-4727-A1AB-22E91B4F2F0B}">
      <dsp:nvSpPr>
        <dsp:cNvPr id="0" name=""/>
        <dsp:cNvSpPr/>
      </dsp:nvSpPr>
      <dsp:spPr>
        <a:xfrm>
          <a:off x="1395180" y="1658768"/>
          <a:ext cx="541801" cy="3521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700" kern="1200"/>
        </a:p>
      </dsp:txBody>
      <dsp:txXfrm>
        <a:off x="1412372" y="1675960"/>
        <a:ext cx="507417" cy="317787"/>
      </dsp:txXfrm>
    </dsp:sp>
    <dsp:sp modelId="{F0E20DA2-53E3-4B2D-A86D-742C798933C7}">
      <dsp:nvSpPr>
        <dsp:cNvPr id="0" name=""/>
        <dsp:cNvSpPr/>
      </dsp:nvSpPr>
      <dsp:spPr>
        <a:xfrm>
          <a:off x="837097" y="176885"/>
          <a:ext cx="1657968" cy="1657968"/>
        </a:xfrm>
        <a:custGeom>
          <a:avLst/>
          <a:gdLst/>
          <a:ahLst/>
          <a:cxnLst/>
          <a:rect l="0" t="0" r="0" b="0"/>
          <a:pathLst>
            <a:path>
              <a:moveTo>
                <a:pt x="554628" y="1611252"/>
              </a:moveTo>
              <a:arcTo wR="828984" hR="828984" stAng="6559602" swAng="1499340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47464D9-E839-4600-A246-8EC19803155E}">
      <dsp:nvSpPr>
        <dsp:cNvPr id="0" name=""/>
        <dsp:cNvSpPr/>
      </dsp:nvSpPr>
      <dsp:spPr>
        <a:xfrm>
          <a:off x="677259" y="1244275"/>
          <a:ext cx="541801" cy="3521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500" kern="1200"/>
        </a:p>
      </dsp:txBody>
      <dsp:txXfrm>
        <a:off x="694451" y="1261467"/>
        <a:ext cx="507417" cy="317787"/>
      </dsp:txXfrm>
    </dsp:sp>
    <dsp:sp modelId="{92A41101-1AB9-40A8-917B-E46E320AA829}">
      <dsp:nvSpPr>
        <dsp:cNvPr id="0" name=""/>
        <dsp:cNvSpPr/>
      </dsp:nvSpPr>
      <dsp:spPr>
        <a:xfrm>
          <a:off x="837097" y="176885"/>
          <a:ext cx="1657968" cy="1657968"/>
        </a:xfrm>
        <a:custGeom>
          <a:avLst/>
          <a:gdLst/>
          <a:ahLst/>
          <a:cxnLst/>
          <a:rect l="0" t="0" r="0" b="0"/>
          <a:pathLst>
            <a:path>
              <a:moveTo>
                <a:pt x="33663" y="1062820"/>
              </a:moveTo>
              <a:arcTo wR="828984" hR="828984" stAng="9816954" swAng="1966092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E6CBFB-5917-418F-92D0-FB28F5F940E2}">
      <dsp:nvSpPr>
        <dsp:cNvPr id="0" name=""/>
        <dsp:cNvSpPr/>
      </dsp:nvSpPr>
      <dsp:spPr>
        <a:xfrm>
          <a:off x="677259" y="415291"/>
          <a:ext cx="541801" cy="3521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500" kern="1200"/>
        </a:p>
      </dsp:txBody>
      <dsp:txXfrm>
        <a:off x="694451" y="432483"/>
        <a:ext cx="507417" cy="317787"/>
      </dsp:txXfrm>
    </dsp:sp>
    <dsp:sp modelId="{9724664B-B119-4A4E-83AD-E4FFF00B9117}">
      <dsp:nvSpPr>
        <dsp:cNvPr id="0" name=""/>
        <dsp:cNvSpPr/>
      </dsp:nvSpPr>
      <dsp:spPr>
        <a:xfrm>
          <a:off x="837097" y="176885"/>
          <a:ext cx="1657968" cy="1657968"/>
        </a:xfrm>
        <a:custGeom>
          <a:avLst/>
          <a:gdLst/>
          <a:ahLst/>
          <a:cxnLst/>
          <a:rect l="0" t="0" r="0" b="0"/>
          <a:pathLst>
            <a:path>
              <a:moveTo>
                <a:pt x="249846" y="235844"/>
              </a:moveTo>
              <a:arcTo wR="828984" hR="828984" stAng="13541058" swAng="1499340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A75129-8FB1-4A15-AD19-22835411783D}">
      <dsp:nvSpPr>
        <dsp:cNvPr id="0" name=""/>
        <dsp:cNvSpPr/>
      </dsp:nvSpPr>
      <dsp:spPr>
        <a:xfrm>
          <a:off x="2025418" y="1487257"/>
          <a:ext cx="347981" cy="1656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2856"/>
              </a:lnTo>
              <a:lnTo>
                <a:pt x="347981" y="112856"/>
              </a:lnTo>
              <a:lnTo>
                <a:pt x="347981" y="16560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5DB41B6-4C7C-4DA8-A60A-74313CBF0060}">
      <dsp:nvSpPr>
        <dsp:cNvPr id="0" name=""/>
        <dsp:cNvSpPr/>
      </dsp:nvSpPr>
      <dsp:spPr>
        <a:xfrm>
          <a:off x="1677437" y="1487257"/>
          <a:ext cx="347981" cy="165607"/>
        </a:xfrm>
        <a:custGeom>
          <a:avLst/>
          <a:gdLst/>
          <a:ahLst/>
          <a:cxnLst/>
          <a:rect l="0" t="0" r="0" b="0"/>
          <a:pathLst>
            <a:path>
              <a:moveTo>
                <a:pt x="347981" y="0"/>
              </a:moveTo>
              <a:lnTo>
                <a:pt x="347981" y="112856"/>
              </a:lnTo>
              <a:lnTo>
                <a:pt x="0" y="112856"/>
              </a:lnTo>
              <a:lnTo>
                <a:pt x="0" y="16560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DE05B9-DAB0-4E5D-98BB-E05F4E6F375A}">
      <dsp:nvSpPr>
        <dsp:cNvPr id="0" name=""/>
        <dsp:cNvSpPr/>
      </dsp:nvSpPr>
      <dsp:spPr>
        <a:xfrm>
          <a:off x="1329455" y="960064"/>
          <a:ext cx="695963" cy="1656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2856"/>
              </a:lnTo>
              <a:lnTo>
                <a:pt x="695963" y="112856"/>
              </a:lnTo>
              <a:lnTo>
                <a:pt x="695963" y="16560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1FB110-4A97-419A-AB1D-2D3C60883496}">
      <dsp:nvSpPr>
        <dsp:cNvPr id="0" name=""/>
        <dsp:cNvSpPr/>
      </dsp:nvSpPr>
      <dsp:spPr>
        <a:xfrm>
          <a:off x="633491" y="1487257"/>
          <a:ext cx="347981" cy="1656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2856"/>
              </a:lnTo>
              <a:lnTo>
                <a:pt x="347981" y="112856"/>
              </a:lnTo>
              <a:lnTo>
                <a:pt x="347981" y="16560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3D0CA7-4A46-4716-A81E-19D5193B3391}">
      <dsp:nvSpPr>
        <dsp:cNvPr id="0" name=""/>
        <dsp:cNvSpPr/>
      </dsp:nvSpPr>
      <dsp:spPr>
        <a:xfrm>
          <a:off x="285509" y="1487257"/>
          <a:ext cx="347981" cy="165607"/>
        </a:xfrm>
        <a:custGeom>
          <a:avLst/>
          <a:gdLst/>
          <a:ahLst/>
          <a:cxnLst/>
          <a:rect l="0" t="0" r="0" b="0"/>
          <a:pathLst>
            <a:path>
              <a:moveTo>
                <a:pt x="347981" y="0"/>
              </a:moveTo>
              <a:lnTo>
                <a:pt x="347981" y="112856"/>
              </a:lnTo>
              <a:lnTo>
                <a:pt x="0" y="112856"/>
              </a:lnTo>
              <a:lnTo>
                <a:pt x="0" y="16560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037ED7-06A8-4A26-B229-764D8769F315}">
      <dsp:nvSpPr>
        <dsp:cNvPr id="0" name=""/>
        <dsp:cNvSpPr/>
      </dsp:nvSpPr>
      <dsp:spPr>
        <a:xfrm>
          <a:off x="633491" y="960064"/>
          <a:ext cx="695963" cy="165607"/>
        </a:xfrm>
        <a:custGeom>
          <a:avLst/>
          <a:gdLst/>
          <a:ahLst/>
          <a:cxnLst/>
          <a:rect l="0" t="0" r="0" b="0"/>
          <a:pathLst>
            <a:path>
              <a:moveTo>
                <a:pt x="695963" y="0"/>
              </a:moveTo>
              <a:lnTo>
                <a:pt x="695963" y="112856"/>
              </a:lnTo>
              <a:lnTo>
                <a:pt x="0" y="112856"/>
              </a:lnTo>
              <a:lnTo>
                <a:pt x="0" y="16560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CC67F4-DAE3-46C0-BFBD-E08A1980C1FB}">
      <dsp:nvSpPr>
        <dsp:cNvPr id="0" name=""/>
        <dsp:cNvSpPr/>
      </dsp:nvSpPr>
      <dsp:spPr>
        <a:xfrm>
          <a:off x="1044742" y="598480"/>
          <a:ext cx="569424" cy="3615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980601-F39B-4D4A-ACE6-FA4123B9FB9C}">
      <dsp:nvSpPr>
        <dsp:cNvPr id="0" name=""/>
        <dsp:cNvSpPr/>
      </dsp:nvSpPr>
      <dsp:spPr>
        <a:xfrm>
          <a:off x="1108012" y="658586"/>
          <a:ext cx="569424" cy="3615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800" kern="1200"/>
        </a:p>
      </dsp:txBody>
      <dsp:txXfrm>
        <a:off x="1118602" y="669176"/>
        <a:ext cx="548244" cy="340404"/>
      </dsp:txXfrm>
    </dsp:sp>
    <dsp:sp modelId="{2DA89AC7-2373-4089-93B1-7319DBC1D398}">
      <dsp:nvSpPr>
        <dsp:cNvPr id="0" name=""/>
        <dsp:cNvSpPr/>
      </dsp:nvSpPr>
      <dsp:spPr>
        <a:xfrm>
          <a:off x="348779" y="1125672"/>
          <a:ext cx="569424" cy="3615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ED953E-703A-405D-A7BF-B7953308675E}">
      <dsp:nvSpPr>
        <dsp:cNvPr id="0" name=""/>
        <dsp:cNvSpPr/>
      </dsp:nvSpPr>
      <dsp:spPr>
        <a:xfrm>
          <a:off x="412048" y="1185778"/>
          <a:ext cx="569424" cy="3615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800" kern="1200"/>
        </a:p>
      </dsp:txBody>
      <dsp:txXfrm>
        <a:off x="422638" y="1196368"/>
        <a:ext cx="548244" cy="340404"/>
      </dsp:txXfrm>
    </dsp:sp>
    <dsp:sp modelId="{1862145C-FA60-4B57-AADF-2165A6E83295}">
      <dsp:nvSpPr>
        <dsp:cNvPr id="0" name=""/>
        <dsp:cNvSpPr/>
      </dsp:nvSpPr>
      <dsp:spPr>
        <a:xfrm>
          <a:off x="797" y="1652865"/>
          <a:ext cx="569424" cy="3615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F823B2-DFEE-4645-8362-4B18A0011B6F}">
      <dsp:nvSpPr>
        <dsp:cNvPr id="0" name=""/>
        <dsp:cNvSpPr/>
      </dsp:nvSpPr>
      <dsp:spPr>
        <a:xfrm>
          <a:off x="64066" y="1712971"/>
          <a:ext cx="569424" cy="3615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800" kern="1200"/>
        </a:p>
      </dsp:txBody>
      <dsp:txXfrm>
        <a:off x="74656" y="1723561"/>
        <a:ext cx="548244" cy="340404"/>
      </dsp:txXfrm>
    </dsp:sp>
    <dsp:sp modelId="{4360F204-DC2E-4ECE-8343-571FC4828F95}">
      <dsp:nvSpPr>
        <dsp:cNvPr id="0" name=""/>
        <dsp:cNvSpPr/>
      </dsp:nvSpPr>
      <dsp:spPr>
        <a:xfrm>
          <a:off x="696761" y="1652865"/>
          <a:ext cx="569424" cy="3615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C3F57D-31A9-4136-B341-1F02BC739523}">
      <dsp:nvSpPr>
        <dsp:cNvPr id="0" name=""/>
        <dsp:cNvSpPr/>
      </dsp:nvSpPr>
      <dsp:spPr>
        <a:xfrm>
          <a:off x="760030" y="1712971"/>
          <a:ext cx="569424" cy="3615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800" kern="1200"/>
        </a:p>
      </dsp:txBody>
      <dsp:txXfrm>
        <a:off x="770620" y="1723561"/>
        <a:ext cx="548244" cy="340404"/>
      </dsp:txXfrm>
    </dsp:sp>
    <dsp:sp modelId="{AF3D50C1-5E14-4C8A-A686-0C036C4EE640}">
      <dsp:nvSpPr>
        <dsp:cNvPr id="0" name=""/>
        <dsp:cNvSpPr/>
      </dsp:nvSpPr>
      <dsp:spPr>
        <a:xfrm>
          <a:off x="1740706" y="1125672"/>
          <a:ext cx="569424" cy="3615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A1E8EE-4601-4415-A10B-BFA217412EBB}">
      <dsp:nvSpPr>
        <dsp:cNvPr id="0" name=""/>
        <dsp:cNvSpPr/>
      </dsp:nvSpPr>
      <dsp:spPr>
        <a:xfrm>
          <a:off x="1803975" y="1185778"/>
          <a:ext cx="569424" cy="3615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800" kern="1200"/>
        </a:p>
      </dsp:txBody>
      <dsp:txXfrm>
        <a:off x="1814565" y="1196368"/>
        <a:ext cx="548244" cy="340404"/>
      </dsp:txXfrm>
    </dsp:sp>
    <dsp:sp modelId="{0EBD4178-4F22-4233-9077-08BBE9139860}">
      <dsp:nvSpPr>
        <dsp:cNvPr id="0" name=""/>
        <dsp:cNvSpPr/>
      </dsp:nvSpPr>
      <dsp:spPr>
        <a:xfrm>
          <a:off x="1392724" y="1652865"/>
          <a:ext cx="569424" cy="3615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50DE34-A7DD-4CFB-A7F3-C858B041D613}">
      <dsp:nvSpPr>
        <dsp:cNvPr id="0" name=""/>
        <dsp:cNvSpPr/>
      </dsp:nvSpPr>
      <dsp:spPr>
        <a:xfrm>
          <a:off x="1455994" y="1712971"/>
          <a:ext cx="569424" cy="3615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600" kern="1200"/>
        </a:p>
      </dsp:txBody>
      <dsp:txXfrm>
        <a:off x="1466584" y="1723561"/>
        <a:ext cx="548244" cy="340404"/>
      </dsp:txXfrm>
    </dsp:sp>
    <dsp:sp modelId="{4CAF4158-4F2B-4059-964B-807BBADDD0C4}">
      <dsp:nvSpPr>
        <dsp:cNvPr id="0" name=""/>
        <dsp:cNvSpPr/>
      </dsp:nvSpPr>
      <dsp:spPr>
        <a:xfrm>
          <a:off x="2088688" y="1652865"/>
          <a:ext cx="569424" cy="3615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F4BB38-49EC-4CE1-B50C-00E5C7506560}">
      <dsp:nvSpPr>
        <dsp:cNvPr id="0" name=""/>
        <dsp:cNvSpPr/>
      </dsp:nvSpPr>
      <dsp:spPr>
        <a:xfrm>
          <a:off x="2151957" y="1712971"/>
          <a:ext cx="569424" cy="3615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600" kern="1200"/>
        </a:p>
      </dsp:txBody>
      <dsp:txXfrm>
        <a:off x="2162547" y="1723561"/>
        <a:ext cx="548244" cy="3404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kumimoji="1" lang="ja-JP" sz="1200"/>
            </a:lvl1pPr>
          </a:lstStyle>
          <a:p>
            <a:fld id="{24CE221E-83ED-4F6C-BA5F-3F9E6FDB6953}" type="datetimeFigureOut">
              <a:rPr kumimoji="1" lang="en-US" altLang="ja-JP"/>
              <a:t>3/20/2018</a:t>
            </a:fld>
            <a:endParaRPr kumimoji="1" lang="ja-JP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kumimoji="1" lang="ja-JP" sz="1200"/>
            </a:lvl1pPr>
          </a:lstStyle>
          <a:p>
            <a:fld id="{CA4CBEF8-5CDE-472B-839B-B8BB0C881006}" type="slidenum">
              <a:rPr kumimoji="1" lang="en-US" altLang="ja-JP"/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42632892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kumimoji="1" lang="ja-JP" sz="1200"/>
            </a:lvl1pPr>
          </a:lstStyle>
          <a:p>
            <a:fld id="{97853E5F-CE67-483C-A264-F17AC70E9CA2}" type="datetimeFigureOut">
              <a:t>2018/3/20</a:t>
            </a:fld>
            <a:endParaRPr kumimoji="1" lang="ja-JP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kumimoji="1" lang="ja-JP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/>
              <a:t>マスター テキストのスタイルを編集するには、ここをクリック</a:t>
            </a:r>
          </a:p>
          <a:p>
            <a:pPr lvl="1"/>
            <a:r>
              <a:rPr kumimoji="1" lang="ja-JP"/>
              <a:t>第 2 レベル</a:t>
            </a:r>
          </a:p>
          <a:p>
            <a:pPr lvl="2"/>
            <a:r>
              <a:rPr kumimoji="1" lang="ja-JP"/>
              <a:t>第 3 レベル</a:t>
            </a:r>
          </a:p>
          <a:p>
            <a:pPr lvl="3"/>
            <a:r>
              <a:rPr kumimoji="1" lang="ja-JP"/>
              <a:t>第 4 レベル</a:t>
            </a:r>
          </a:p>
          <a:p>
            <a:pPr lvl="4"/>
            <a:r>
              <a:rPr kumimoji="1" lang="ja-JP"/>
              <a:t>第 5 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kumimoji="1" lang="ja-JP" sz="1200"/>
            </a:lvl1pPr>
          </a:lstStyle>
          <a:p>
            <a:fld id="{6BB98AFB-CB0D-4DFE-87B9-B4B0D0DE73CD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512805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kumimoji="1" lang="en-US" altLang="ja-JP"/>
              <a:t>1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8337410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64940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39125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78331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90312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13092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3132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29989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69553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79158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92009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89257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34781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2102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80642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08605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78172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92918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55803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5893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21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73162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438546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23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435959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24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316720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25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241258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26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102236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27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217110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28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264263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31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890108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32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157969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33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492253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35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139064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36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533263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37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77753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065214" y="533400"/>
            <a:ext cx="5029200" cy="2514601"/>
          </a:xfrm>
        </p:spPr>
        <p:txBody>
          <a:bodyPr>
            <a:normAutofit/>
          </a:bodyPr>
          <a:lstStyle>
            <a:lvl1pPr latinLnBrk="0">
              <a:defRPr kumimoji="1" lang="ja-JP" sz="540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r>
              <a:rPr kumimoji="1" lang="ja-JP"/>
              <a:t>マスター タイトルのスタイルを編集するには、ここをクリック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065212" y="3403600"/>
            <a:ext cx="5029201" cy="1397000"/>
          </a:xfrm>
        </p:spPr>
        <p:txBody>
          <a:bodyPr>
            <a:normAutofit/>
          </a:bodyPr>
          <a:lstStyle>
            <a:lvl1pPr marL="0" indent="0" algn="l" latinLnBrk="0">
              <a:spcBef>
                <a:spcPts val="600"/>
              </a:spcBef>
              <a:buNone/>
              <a:defRPr kumimoji="1" lang="ja-JP" sz="24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4572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/>
              <a:t>マスター サブタイトルのスタイルを編集するには、ここをクリック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3E0FA9E5-6744-4841-888F-9E7CC0C2B7EC}" type="datetimeFigureOut">
              <a:rPr lang="en-US" altLang="ja-JP" smtClean="0"/>
              <a:pPr/>
              <a:t>3/20/2018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AAEAE4A8-A6E5-453E-B946-FB774B73F48C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664752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2pPr>
            <a:lvl3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3pPr>
            <a:lvl4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4pPr>
            <a:lvl5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5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3E0FA9E5-6744-4841-888F-9E7CC0C2B7EC}" type="datetimeFigureOut">
              <a:rPr lang="en-US" altLang="ja-JP" smtClean="0"/>
              <a:pPr/>
              <a:t>3/20/2018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AAEAE4A8-A6E5-453E-B946-FB774B73F48C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429153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065214" y="533400"/>
            <a:ext cx="8686800" cy="2286000"/>
          </a:xfrm>
        </p:spPr>
        <p:txBody>
          <a:bodyPr anchor="b">
            <a:normAutofit/>
          </a:bodyPr>
          <a:lstStyle>
            <a:lvl1pPr algn="l" latinLnBrk="0">
              <a:defRPr kumimoji="1" lang="ja-JP" sz="5400" b="1" cap="none" baseline="0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065214" y="3124200"/>
            <a:ext cx="8686800" cy="1371600"/>
          </a:xfrm>
        </p:spPr>
        <p:txBody>
          <a:bodyPr anchor="t">
            <a:normAutofit/>
          </a:bodyPr>
          <a:lstStyle>
            <a:lvl1pPr marL="0" indent="0" latinLnBrk="0">
              <a:spcBef>
                <a:spcPts val="600"/>
              </a:spcBef>
              <a:buNone/>
              <a:defRPr kumimoji="1" lang="ja-JP"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latinLnBrk="0">
              <a:buNone/>
              <a:defRPr kumimoji="1" lang="ja-JP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kumimoji="1" lang="ja-JP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2018/3/20</a:t>
            </a:fld>
            <a:endParaRPr kumimoji="1" lang="ja-JP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3701331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1065212" y="1828800"/>
            <a:ext cx="4251960" cy="4191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5464598" y="1828800"/>
            <a:ext cx="4251960" cy="4191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2018/3/20</a:t>
            </a:fld>
            <a:endParaRPr kumimoji="1" lang="ja-JP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3413709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latinLnBrk="0">
              <a:defRPr kumimoji="1" lang="ja-JP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065213" y="1828799"/>
            <a:ext cx="4251960" cy="685801"/>
          </a:xfrm>
        </p:spPr>
        <p:txBody>
          <a:bodyPr anchor="ctr">
            <a:normAutofit/>
          </a:bodyPr>
          <a:lstStyle>
            <a:lvl1pPr marL="0" indent="0" latinLnBrk="0">
              <a:spcBef>
                <a:spcPts val="0"/>
              </a:spcBef>
              <a:buNone/>
              <a:defRPr kumimoji="1" lang="ja-JP" sz="2000" b="0"/>
            </a:lvl1pPr>
            <a:lvl2pPr marL="457200" indent="0" latinLnBrk="0">
              <a:buNone/>
              <a:defRPr kumimoji="1" lang="ja-JP" sz="2000" b="1"/>
            </a:lvl2pPr>
            <a:lvl3pPr marL="914400" indent="0" latinLnBrk="0">
              <a:buNone/>
              <a:defRPr kumimoji="1" lang="ja-JP" sz="1800" b="1"/>
            </a:lvl3pPr>
            <a:lvl4pPr marL="1371600" indent="0" latinLnBrk="0">
              <a:buNone/>
              <a:defRPr kumimoji="1" lang="ja-JP" sz="1600" b="1"/>
            </a:lvl4pPr>
            <a:lvl5pPr marL="1828800" indent="0" latinLnBrk="0">
              <a:buNone/>
              <a:defRPr kumimoji="1" lang="ja-JP" sz="1600" b="1"/>
            </a:lvl5pPr>
            <a:lvl6pPr marL="2286000" indent="0" latinLnBrk="0">
              <a:buNone/>
              <a:defRPr kumimoji="1" lang="ja-JP" sz="1600" b="1"/>
            </a:lvl6pPr>
            <a:lvl7pPr marL="2743200" indent="0" latinLnBrk="0">
              <a:buNone/>
              <a:defRPr kumimoji="1" lang="ja-JP" sz="1600" b="1"/>
            </a:lvl7pPr>
            <a:lvl8pPr marL="3200400" indent="0" latinLnBrk="0">
              <a:buNone/>
              <a:defRPr kumimoji="1" lang="ja-JP" sz="1600" b="1"/>
            </a:lvl8pPr>
            <a:lvl9pPr marL="3657600" indent="0" latinLnBrk="0">
              <a:buNone/>
              <a:defRPr kumimoji="1" lang="ja-JP" sz="1600" b="1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1065213" y="2590800"/>
            <a:ext cx="4251960" cy="3429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5500053" y="1828799"/>
            <a:ext cx="4251960" cy="685801"/>
          </a:xfrm>
        </p:spPr>
        <p:txBody>
          <a:bodyPr anchor="ctr">
            <a:normAutofit/>
          </a:bodyPr>
          <a:lstStyle>
            <a:lvl1pPr marL="0" indent="0" latinLnBrk="0">
              <a:spcBef>
                <a:spcPts val="0"/>
              </a:spcBef>
              <a:buNone/>
              <a:defRPr kumimoji="1" lang="ja-JP" sz="2000" b="0"/>
            </a:lvl1pPr>
            <a:lvl2pPr marL="457200" indent="0" latinLnBrk="0">
              <a:buNone/>
              <a:defRPr kumimoji="1" lang="ja-JP" sz="2000" b="1"/>
            </a:lvl2pPr>
            <a:lvl3pPr marL="914400" indent="0" latinLnBrk="0">
              <a:buNone/>
              <a:defRPr kumimoji="1" lang="ja-JP" sz="1800" b="1"/>
            </a:lvl3pPr>
            <a:lvl4pPr marL="1371600" indent="0" latinLnBrk="0">
              <a:buNone/>
              <a:defRPr kumimoji="1" lang="ja-JP" sz="1600" b="1"/>
            </a:lvl4pPr>
            <a:lvl5pPr marL="1828800" indent="0" latinLnBrk="0">
              <a:buNone/>
              <a:defRPr kumimoji="1" lang="ja-JP" sz="1600" b="1"/>
            </a:lvl5pPr>
            <a:lvl6pPr marL="2286000" indent="0" latinLnBrk="0">
              <a:buNone/>
              <a:defRPr kumimoji="1" lang="ja-JP" sz="1600" b="1"/>
            </a:lvl6pPr>
            <a:lvl7pPr marL="2743200" indent="0" latinLnBrk="0">
              <a:buNone/>
              <a:defRPr kumimoji="1" lang="ja-JP" sz="1600" b="1"/>
            </a:lvl7pPr>
            <a:lvl8pPr marL="3200400" indent="0" latinLnBrk="0">
              <a:buNone/>
              <a:defRPr kumimoji="1" lang="ja-JP" sz="1600" b="1"/>
            </a:lvl8pPr>
            <a:lvl9pPr marL="3657600" indent="0" latinLnBrk="0">
              <a:buNone/>
              <a:defRPr kumimoji="1" lang="ja-JP" sz="1600" b="1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5500053" y="2590800"/>
            <a:ext cx="4251960" cy="3429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2018/3/20</a:t>
            </a:fld>
            <a:endParaRPr kumimoji="1" lang="ja-JP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00078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2018/3/20</a:t>
            </a:fld>
            <a:endParaRPr kumimoji="1" lang="ja-JP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907158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2018/3/20</a:t>
            </a:fld>
            <a:endParaRPr kumimoji="1" lang="ja-JP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441531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キャプション付きのコンテン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065213" y="533400"/>
            <a:ext cx="4114800" cy="1524000"/>
          </a:xfrm>
        </p:spPr>
        <p:txBody>
          <a:bodyPr anchor="b">
            <a:normAutofit/>
          </a:bodyPr>
          <a:lstStyle>
            <a:lvl1pPr algn="l" latinLnBrk="0">
              <a:defRPr kumimoji="1" lang="ja-JP" sz="3600" b="1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865813" y="533400"/>
            <a:ext cx="5867400" cy="54864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065213" y="2209800"/>
            <a:ext cx="4114800" cy="3810000"/>
          </a:xfrm>
        </p:spPr>
        <p:txBody>
          <a:bodyPr>
            <a:normAutofit/>
          </a:bodyPr>
          <a:lstStyle>
            <a:lvl1pPr marL="0" indent="0" latinLnBrk="0">
              <a:lnSpc>
                <a:spcPct val="110000"/>
              </a:lnSpc>
              <a:spcBef>
                <a:spcPts val="600"/>
              </a:spcBef>
              <a:buNone/>
              <a:defRPr kumimoji="1" lang="ja-JP"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latinLnBrk="0">
              <a:buNone/>
              <a:defRPr kumimoji="1" lang="ja-JP" sz="1200"/>
            </a:lvl2pPr>
            <a:lvl3pPr marL="914400" indent="0" latinLnBrk="0">
              <a:buNone/>
              <a:defRPr kumimoji="1" lang="ja-JP" sz="1000"/>
            </a:lvl3pPr>
            <a:lvl4pPr marL="1371600" indent="0" latinLnBrk="0">
              <a:buNone/>
              <a:defRPr kumimoji="1" lang="ja-JP" sz="900"/>
            </a:lvl4pPr>
            <a:lvl5pPr marL="1828800" indent="0" latinLnBrk="0">
              <a:buNone/>
              <a:defRPr kumimoji="1" lang="ja-JP" sz="900"/>
            </a:lvl5pPr>
            <a:lvl6pPr marL="2286000" indent="0" latinLnBrk="0">
              <a:buNone/>
              <a:defRPr kumimoji="1" lang="ja-JP" sz="900"/>
            </a:lvl6pPr>
            <a:lvl7pPr marL="2743200" indent="0" latinLnBrk="0">
              <a:buNone/>
              <a:defRPr kumimoji="1" lang="ja-JP" sz="900"/>
            </a:lvl7pPr>
            <a:lvl8pPr marL="3200400" indent="0" latinLnBrk="0">
              <a:buNone/>
              <a:defRPr kumimoji="1" lang="ja-JP" sz="900"/>
            </a:lvl8pPr>
            <a:lvl9pPr marL="3657600" indent="0" latinLnBrk="0">
              <a:buNone/>
              <a:defRPr kumimoji="1" lang="ja-JP" sz="9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2018/3/20</a:t>
            </a:fld>
            <a:endParaRPr kumimoji="1" lang="ja-JP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10171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画像とキャプション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065213" y="533400"/>
            <a:ext cx="4114800" cy="1524000"/>
          </a:xfrm>
        </p:spPr>
        <p:txBody>
          <a:bodyPr anchor="b">
            <a:noAutofit/>
          </a:bodyPr>
          <a:lstStyle>
            <a:lvl1pPr algn="l" latinLnBrk="0">
              <a:defRPr kumimoji="1" lang="ja-JP" sz="3600" b="1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画像プレースホルダー 2"/>
          <p:cNvSpPr>
            <a:spLocks noGrp="1"/>
          </p:cNvSpPr>
          <p:nvPr>
            <p:ph type="pic" idx="1"/>
          </p:nvPr>
        </p:nvSpPr>
        <p:spPr>
          <a:xfrm>
            <a:off x="5865812" y="533400"/>
            <a:ext cx="5780173" cy="5791200"/>
          </a:xfrm>
          <a:ln w="50800">
            <a:solidFill>
              <a:schemeClr val="tx1">
                <a:lumMod val="65000"/>
                <a:lumOff val="3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 algn="ctr" latinLnBrk="0">
              <a:buNone/>
              <a:defRPr kumimoji="1" lang="ja-JP" sz="2400"/>
            </a:lvl1pPr>
            <a:lvl2pPr marL="457200" indent="0" latinLnBrk="0">
              <a:buNone/>
              <a:defRPr kumimoji="1" lang="ja-JP" sz="2800"/>
            </a:lvl2pPr>
            <a:lvl3pPr marL="914400" indent="0" latinLnBrk="0">
              <a:buNone/>
              <a:defRPr kumimoji="1" lang="ja-JP" sz="2400"/>
            </a:lvl3pPr>
            <a:lvl4pPr marL="1371600" indent="0" latinLnBrk="0">
              <a:buNone/>
              <a:defRPr kumimoji="1" lang="ja-JP" sz="2000"/>
            </a:lvl4pPr>
            <a:lvl5pPr marL="1828800" indent="0" latinLnBrk="0">
              <a:buNone/>
              <a:defRPr kumimoji="1" lang="ja-JP" sz="2000"/>
            </a:lvl5pPr>
            <a:lvl6pPr marL="2286000" indent="0" latinLnBrk="0">
              <a:buNone/>
              <a:defRPr kumimoji="1" lang="ja-JP" sz="2000"/>
            </a:lvl6pPr>
            <a:lvl7pPr marL="2743200" indent="0" latinLnBrk="0">
              <a:buNone/>
              <a:defRPr kumimoji="1" lang="ja-JP" sz="2000"/>
            </a:lvl7pPr>
            <a:lvl8pPr marL="3200400" indent="0" latinLnBrk="0">
              <a:buNone/>
              <a:defRPr kumimoji="1" lang="ja-JP" sz="2000"/>
            </a:lvl8pPr>
            <a:lvl9pPr marL="3657600" indent="0" latinLnBrk="0">
              <a:buNone/>
              <a:defRPr kumimoji="1" lang="ja-JP" sz="2000"/>
            </a:lvl9pPr>
          </a:lstStyle>
          <a:p>
            <a:endParaRPr kumimoji="1" lang="ja-JP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065213" y="2209800"/>
            <a:ext cx="4114800" cy="3810000"/>
          </a:xfrm>
        </p:spPr>
        <p:txBody>
          <a:bodyPr>
            <a:normAutofit/>
          </a:bodyPr>
          <a:lstStyle>
            <a:lvl1pPr marL="0" indent="0" latinLnBrk="0">
              <a:lnSpc>
                <a:spcPct val="110000"/>
              </a:lnSpc>
              <a:spcBef>
                <a:spcPts val="600"/>
              </a:spcBef>
              <a:buNone/>
              <a:defRPr kumimoji="1" lang="ja-JP" sz="1800"/>
            </a:lvl1pPr>
            <a:lvl2pPr marL="457200" indent="0" latinLnBrk="0">
              <a:buNone/>
              <a:defRPr kumimoji="1" lang="ja-JP" sz="1200"/>
            </a:lvl2pPr>
            <a:lvl3pPr marL="914400" indent="0" latinLnBrk="0">
              <a:buNone/>
              <a:defRPr kumimoji="1" lang="ja-JP" sz="1000"/>
            </a:lvl3pPr>
            <a:lvl4pPr marL="1371600" indent="0" latinLnBrk="0">
              <a:buNone/>
              <a:defRPr kumimoji="1" lang="ja-JP" sz="900"/>
            </a:lvl4pPr>
            <a:lvl5pPr marL="1828800" indent="0" latinLnBrk="0">
              <a:buNone/>
              <a:defRPr kumimoji="1" lang="ja-JP" sz="900"/>
            </a:lvl5pPr>
            <a:lvl6pPr marL="2286000" indent="0" latinLnBrk="0">
              <a:buNone/>
              <a:defRPr kumimoji="1" lang="ja-JP" sz="900"/>
            </a:lvl6pPr>
            <a:lvl7pPr marL="2743200" indent="0" latinLnBrk="0">
              <a:buNone/>
              <a:defRPr kumimoji="1" lang="ja-JP" sz="900"/>
            </a:lvl7pPr>
            <a:lvl8pPr marL="3200400" indent="0" latinLnBrk="0">
              <a:buNone/>
              <a:defRPr kumimoji="1" lang="ja-JP" sz="900"/>
            </a:lvl8pPr>
            <a:lvl9pPr marL="3657600" indent="0" latinLnBrk="0">
              <a:buNone/>
              <a:defRPr kumimoji="1" lang="ja-JP" sz="9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</p:spTree>
    <p:extLst>
      <p:ext uri="{BB962C8B-B14F-4D97-AF65-F5344CB8AC3E}">
        <p14:creationId xmlns:p14="http://schemas.microsoft.com/office/powerpoint/2010/main" val="1419608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2018/3/20</a:t>
            </a:fld>
            <a:endParaRPr kumimoji="1" 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668093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61412" y="533400"/>
            <a:ext cx="2362201" cy="5486400"/>
          </a:xfrm>
        </p:spPr>
        <p:txBody>
          <a:bodyPr vert="eaVert"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1065213" y="533400"/>
            <a:ext cx="7467599" cy="5486400"/>
          </a:xfrm>
        </p:spPr>
        <p:txBody>
          <a:bodyPr vert="eaVert"/>
          <a:lstStyle/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2018/3/20</a:t>
            </a:fld>
            <a:endParaRPr kumimoji="1" 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188244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1065212" y="533400"/>
            <a:ext cx="8686801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kumimoji="1" lang="ja-JP"/>
              <a:t>マスター タイトルのスタイルを編集するには、ここをクリック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065212" y="1828800"/>
            <a:ext cx="8686801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/>
              <a:t>マスター テキストのスタイルを編集するには、ここをクリック</a:t>
            </a:r>
          </a:p>
          <a:p>
            <a:pPr lvl="1"/>
            <a:r>
              <a:rPr kumimoji="1" lang="ja-JP"/>
              <a:t>第 2 レベル</a:t>
            </a:r>
          </a:p>
          <a:p>
            <a:pPr lvl="2"/>
            <a:r>
              <a:rPr kumimoji="1" lang="ja-JP"/>
              <a:t>第 3 レベル</a:t>
            </a:r>
          </a:p>
          <a:p>
            <a:pPr lvl="3"/>
            <a:r>
              <a:rPr kumimoji="1" lang="ja-JP"/>
              <a:t>第 4 レベル</a:t>
            </a:r>
          </a:p>
          <a:p>
            <a:pPr lvl="4"/>
            <a:r>
              <a:rPr kumimoji="1" lang="ja-JP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6932612" y="6155267"/>
            <a:ext cx="1371600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kumimoji="1" lang="ja-JP" sz="10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3E0FA9E5-6744-4841-888F-9E7CC0C2B7EC}" type="datetimeFigureOut">
              <a:rPr lang="en-US" altLang="ja-JP" smtClean="0"/>
              <a:pPr/>
              <a:t>3/20/2018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1065213" y="6155267"/>
            <a:ext cx="5653087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latinLnBrk="0">
              <a:defRPr kumimoji="1" lang="ja-JP" sz="10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532812" y="6155267"/>
            <a:ext cx="12192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kumimoji="1" lang="ja-JP" sz="10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AAEAE4A8-A6E5-453E-B946-FB774B73F48C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597054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kumimoji="1" lang="ja-JP" sz="3600" b="1" kern="1200">
          <a:solidFill>
            <a:schemeClr val="accent1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20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8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2pPr>
      <a:lvl3pPr marL="77724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6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3pPr>
      <a:lvl4pPr marL="96012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4pPr>
      <a:lvl5pPr marL="10972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5pPr>
      <a:lvl6pPr marL="123444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37160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50876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4592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kumimoji="1" lang="ja-JP"/>
      </a:defPPr>
      <a:lvl1pPr marL="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065214" y="533400"/>
            <a:ext cx="5410198" cy="2514601"/>
          </a:xfrm>
        </p:spPr>
        <p:txBody>
          <a:bodyPr/>
          <a:lstStyle/>
          <a:p>
            <a:r>
              <a:rPr kumimoji="1" lang="en-US" altLang="ja-JP" dirty="0">
                <a:latin typeface="Meiryo UI" charset="0"/>
                <a:ea typeface="Meiryo UI" charset="0"/>
              </a:rPr>
              <a:t>SQL</a:t>
            </a:r>
            <a:r>
              <a:rPr kumimoji="1" lang="ja-JP" altLang="en-US" dirty="0">
                <a:latin typeface="Meiryo UI" charset="0"/>
                <a:ea typeface="Meiryo UI" charset="0"/>
              </a:rPr>
              <a:t>基礎講義</a:t>
            </a:r>
            <a:endParaRPr kumimoji="1" lang="ja-JP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>
                <a:latin typeface="Meiryo UI" charset="0"/>
                <a:ea typeface="Meiryo UI" charset="0"/>
              </a:rPr>
              <a:t>データベース概論</a:t>
            </a:r>
            <a:endParaRPr kumimoji="1" lang="ja-JP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93259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目次</a:t>
            </a:r>
            <a:endParaRPr kumimoji="1" lang="ja-JP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4" name="コンテンツ プレースホルダー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kumimoji="1" lang="en-US" altLang="ja-JP">
                <a:latin typeface="Meiryo UI" charset="0"/>
                <a:ea typeface="Meiryo UI" charset="0"/>
              </a:rPr>
              <a:t>1. </a:t>
            </a:r>
            <a:r>
              <a:rPr kumimoji="1" lang="ja-JP" altLang="en-US">
                <a:latin typeface="Meiryo UI" charset="0"/>
                <a:ea typeface="Meiryo UI" charset="0"/>
              </a:rPr>
              <a:t>データベースとは</a:t>
            </a:r>
            <a:endParaRPr kumimoji="1" lang="ja-JP"/>
          </a:p>
          <a:p>
            <a:pPr marL="45720" indent="0">
              <a:buNone/>
            </a:pPr>
            <a:r>
              <a:rPr kumimoji="1" lang="ja-JP">
                <a:latin typeface="Meiryo UI" charset="0"/>
                <a:ea typeface="Meiryo UI" charset="0"/>
              </a:rPr>
              <a:t>2</a:t>
            </a:r>
            <a:r>
              <a:rPr kumimoji="1" lang="en-US" altLang="ja-JP">
                <a:latin typeface="Meiryo UI" charset="0"/>
                <a:ea typeface="Meiryo UI" charset="0"/>
              </a:rPr>
              <a:t>. SQL</a:t>
            </a:r>
            <a:r>
              <a:rPr kumimoji="1" lang="ja-JP" altLang="en-US">
                <a:latin typeface="Meiryo UI" charset="0"/>
                <a:ea typeface="Meiryo UI" charset="0"/>
              </a:rPr>
              <a:t>の基礎</a:t>
            </a:r>
            <a:r>
              <a:rPr kumimoji="1" lang="en-US" altLang="ja-JP">
                <a:latin typeface="Meiryo UI" charset="0"/>
                <a:ea typeface="Meiryo UI" charset="0"/>
              </a:rPr>
              <a:t> </a:t>
            </a:r>
          </a:p>
          <a:p>
            <a:pPr marL="45720" indent="0">
              <a:buNone/>
            </a:pPr>
            <a:r>
              <a:rPr kumimoji="1" lang="en-US" altLang="ja-JP">
                <a:latin typeface="Meiryo UI" charset="0"/>
                <a:ea typeface="Meiryo UI" charset="0"/>
              </a:rPr>
              <a:t>3. </a:t>
            </a:r>
            <a:r>
              <a:rPr kumimoji="1" lang="ja-JP" altLang="en-US">
                <a:latin typeface="Meiryo UI" charset="0"/>
                <a:ea typeface="Meiryo UI" charset="0"/>
              </a:rPr>
              <a:t>主な関数</a:t>
            </a:r>
            <a:endParaRPr kumimoji="1" lang="ja-JP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45720" indent="0">
              <a:buNone/>
            </a:pPr>
            <a:r>
              <a:rPr kumimoji="1" lang="en-US" altLang="ja-JP">
                <a:latin typeface="Meiryo UI" charset="0"/>
                <a:ea typeface="Meiryo UI" charset="0"/>
              </a:rPr>
              <a:t>4. </a:t>
            </a:r>
            <a:r>
              <a:rPr kumimoji="1" lang="ja-JP" altLang="en-US">
                <a:latin typeface="Meiryo UI" charset="0"/>
                <a:ea typeface="Meiryo UI" charset="0"/>
              </a:rPr>
              <a:t>複雑なデータ操作</a:t>
            </a:r>
            <a:endParaRPr kumimoji="1" lang="en-US" altLang="ja-JP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en-US" altLang="ja-JP">
                <a:latin typeface="Meiryo UI" charset="0"/>
                <a:ea typeface="Meiryo UI" charset="0"/>
              </a:rPr>
              <a:t>5. </a:t>
            </a:r>
            <a:r>
              <a:rPr kumimoji="1" lang="ja-JP" altLang="en-US">
                <a:latin typeface="Meiryo UI" charset="0"/>
                <a:ea typeface="Meiryo UI" charset="0"/>
              </a:rPr>
              <a:t>データを守る仕組み</a:t>
            </a:r>
          </a:p>
          <a:p>
            <a:pPr marL="45720" indent="0">
              <a:buNone/>
            </a:pPr>
            <a:r>
              <a:rPr kumimoji="1" lang="en-US" altLang="ja-JP">
                <a:latin typeface="Meiryo UI" charset="0"/>
                <a:ea typeface="Meiryo UI" charset="0"/>
              </a:rPr>
              <a:t>6. </a:t>
            </a:r>
            <a:r>
              <a:rPr kumimoji="1" lang="ja-JP" altLang="en-US">
                <a:latin typeface="Meiryo UI" charset="0"/>
                <a:ea typeface="Meiryo UI" charset="0"/>
              </a:rPr>
              <a:t>プログラムとの連携</a:t>
            </a:r>
          </a:p>
        </p:txBody>
      </p:sp>
    </p:spTree>
    <p:extLst>
      <p:ext uri="{BB962C8B-B14F-4D97-AF65-F5344CB8AC3E}">
        <p14:creationId xmlns:p14="http://schemas.microsoft.com/office/powerpoint/2010/main" val="1437231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065213" y="533400"/>
            <a:ext cx="8686800" cy="1006217"/>
          </a:xfrm>
        </p:spPr>
        <p:txBody>
          <a:bodyPr/>
          <a:lstStyle/>
          <a:p>
            <a:r>
              <a:rPr kumimoji="1" lang="en-US" altLang="ja-JP" dirty="0">
                <a:latin typeface="Meiryo UI" charset="0"/>
                <a:ea typeface="Meiryo UI" charset="0"/>
              </a:rPr>
              <a:t>1.</a:t>
            </a:r>
            <a:r>
              <a:rPr kumimoji="1" lang="ja-JP" altLang="en-US" dirty="0">
                <a:latin typeface="Meiryo UI" charset="0"/>
                <a:ea typeface="Meiryo UI" charset="0"/>
              </a:rPr>
              <a:t>データベースとは</a:t>
            </a:r>
            <a:br>
              <a:rPr kumimoji="1" lang="ja-JP" altLang="en-US" dirty="0">
                <a:latin typeface="Meiryo UI" charset="0"/>
                <a:ea typeface="Meiryo UI" charset="0"/>
              </a:rPr>
            </a:br>
            <a:endParaRPr kumimoji="1" lang="ja-JP" dirty="0">
              <a:solidFill>
                <a:srgbClr val="00AEEF"/>
              </a:solidFill>
              <a:latin typeface="Meiryo UI"/>
              <a:ea typeface="Meiryo UI"/>
            </a:endParaRP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1065213" y="1098535"/>
            <a:ext cx="9331325" cy="4921265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ja-JP" altLang="en-US" b="1">
                <a:latin typeface="Meiryo UI" charset="0"/>
                <a:ea typeface="Meiryo UI" charset="0"/>
              </a:rPr>
              <a:t>データベース</a:t>
            </a:r>
            <a:r>
              <a:rPr lang="en-US" altLang="ja-JP" b="1">
                <a:latin typeface="Meiryo UI" charset="0"/>
                <a:ea typeface="Meiryo UI" charset="0"/>
              </a:rPr>
              <a:t>(DB</a:t>
            </a:r>
            <a:r>
              <a:rPr lang="ja-JP" altLang="en-US" b="1">
                <a:latin typeface="Meiryo UI" charset="0"/>
                <a:ea typeface="Meiryo UI" charset="0"/>
              </a:rPr>
              <a:t>：</a:t>
            </a:r>
            <a:r>
              <a:rPr lang="en-US" altLang="ja-JP" b="1">
                <a:latin typeface="Meiryo UI" charset="0"/>
                <a:ea typeface="Meiryo UI" charset="0"/>
              </a:rPr>
              <a:t>DataBase)</a:t>
            </a:r>
          </a:p>
          <a:p>
            <a:pPr marL="45720" indent="0">
              <a:buNone/>
            </a:pPr>
            <a:r>
              <a:rPr lang="ja-JP" altLang="en-US">
                <a:latin typeface="Meiryo UI" charset="0"/>
                <a:ea typeface="Meiryo UI" charset="0"/>
              </a:rPr>
              <a:t>  データを整理整頓して使いやすくしたもの。</a:t>
            </a:r>
          </a:p>
          <a:p>
            <a:pPr marL="45720" indent="0">
              <a:buNone/>
            </a:pPr>
            <a:r>
              <a:rPr lang="ja-JP" altLang="en-US">
                <a:latin typeface="Meiryo UI" charset="0"/>
                <a:ea typeface="Meiryo UI" charset="0"/>
              </a:rPr>
              <a:t>  コンピュータの世界ではソフトウェアがデータベース</a:t>
            </a:r>
            <a:r>
              <a:rPr lang="en-US" altLang="ja-JP">
                <a:latin typeface="Meiryo UI" charset="0"/>
                <a:ea typeface="Meiryo UI" charset="0"/>
              </a:rPr>
              <a:t>(DB)</a:t>
            </a:r>
            <a:r>
              <a:rPr lang="ja-JP" altLang="en-US">
                <a:latin typeface="Meiryo UI" charset="0"/>
                <a:ea typeface="Meiryo UI" charset="0"/>
              </a:rPr>
              <a:t>を利用する。</a:t>
            </a:r>
          </a:p>
          <a:p>
            <a:pPr marL="45720" indent="0">
              <a:buNone/>
            </a:pPr>
            <a:r>
              <a:rPr lang="ja-JP" altLang="en-US">
                <a:latin typeface="Meiryo UI" charset="0"/>
                <a:ea typeface="Meiryo UI" charset="0"/>
              </a:rPr>
              <a:t>  </a:t>
            </a:r>
            <a:r>
              <a:rPr lang="en-US" altLang="ja-JP">
                <a:latin typeface="Meiryo UI" charset="0"/>
                <a:ea typeface="Meiryo UI" charset="0"/>
              </a:rPr>
              <a:t>DB</a:t>
            </a:r>
            <a:r>
              <a:rPr lang="ja-JP" altLang="en-US">
                <a:latin typeface="Meiryo UI" charset="0"/>
                <a:ea typeface="Meiryo UI" charset="0"/>
              </a:rPr>
              <a:t>にあるデータは永続的に保存されるため、再利用が可能となる。</a:t>
            </a:r>
          </a:p>
          <a:p>
            <a:pPr marL="45720" indent="0">
              <a:buNone/>
            </a:pPr>
            <a:endParaRPr lang="en-US" altLang="ja-JP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lang="ja-JP" altLang="en-US">
                <a:latin typeface="Meiryo UI" charset="0"/>
                <a:ea typeface="Meiryo UI" charset="0"/>
              </a:rPr>
              <a:t>　データベースには、以下のようにいくつかの種類がある。</a:t>
            </a:r>
          </a:p>
          <a:p>
            <a:pPr marL="45720" indent="0">
              <a:buNone/>
            </a:pPr>
            <a:r>
              <a:rPr lang="ja-JP" altLang="en-US">
                <a:latin typeface="Meiryo UI" charset="0"/>
                <a:ea typeface="Meiryo UI" charset="0"/>
              </a:rPr>
              <a:t>     ・ 階層型データベース</a:t>
            </a:r>
          </a:p>
          <a:p>
            <a:pPr marL="45720" indent="0">
              <a:buNone/>
            </a:pPr>
            <a:r>
              <a:rPr lang="ja-JP" altLang="en-US">
                <a:latin typeface="Meiryo UI" charset="0"/>
                <a:ea typeface="Meiryo UI" charset="0"/>
              </a:rPr>
              <a:t>　　 ・ ネットワーク</a:t>
            </a:r>
            <a:r>
              <a:rPr lang="en-US" altLang="ja-JP">
                <a:latin typeface="Meiryo UI" charset="0"/>
                <a:ea typeface="Meiryo UI" charset="0"/>
              </a:rPr>
              <a:t>(</a:t>
            </a:r>
            <a:r>
              <a:rPr lang="ja-JP" altLang="en-US">
                <a:latin typeface="Meiryo UI" charset="0"/>
                <a:ea typeface="Meiryo UI" charset="0"/>
              </a:rPr>
              <a:t>網</a:t>
            </a:r>
            <a:r>
              <a:rPr lang="en-US" altLang="ja-JP">
                <a:latin typeface="Meiryo UI" charset="0"/>
                <a:ea typeface="Meiryo UI" charset="0"/>
              </a:rPr>
              <a:t>)</a:t>
            </a:r>
            <a:r>
              <a:rPr lang="ja-JP" altLang="en-US">
                <a:latin typeface="Meiryo UI" charset="0"/>
                <a:ea typeface="Meiryo UI" charset="0"/>
              </a:rPr>
              <a:t>型データベース</a:t>
            </a:r>
          </a:p>
          <a:p>
            <a:pPr marL="45720" indent="0">
              <a:buNone/>
            </a:pPr>
            <a:r>
              <a:rPr lang="ja-JP" altLang="en-US">
                <a:latin typeface="Meiryo UI" charset="0"/>
                <a:ea typeface="Meiryo UI" charset="0"/>
              </a:rPr>
              <a:t>     ・ リレーショナル</a:t>
            </a:r>
            <a:r>
              <a:rPr lang="en-US" altLang="ja-JP">
                <a:latin typeface="Meiryo UI" charset="0"/>
                <a:ea typeface="Meiryo UI" charset="0"/>
              </a:rPr>
              <a:t>(</a:t>
            </a:r>
            <a:r>
              <a:rPr lang="ja-JP" altLang="en-US">
                <a:latin typeface="Meiryo UI" charset="0"/>
                <a:ea typeface="Meiryo UI" charset="0"/>
              </a:rPr>
              <a:t>関連</a:t>
            </a:r>
            <a:r>
              <a:rPr lang="en-US" altLang="ja-JP">
                <a:latin typeface="Meiryo UI" charset="0"/>
                <a:ea typeface="Meiryo UI" charset="0"/>
              </a:rPr>
              <a:t>)</a:t>
            </a:r>
            <a:r>
              <a:rPr lang="ja-JP" altLang="en-US">
                <a:latin typeface="Meiryo UI" charset="0"/>
                <a:ea typeface="Meiryo UI" charset="0"/>
              </a:rPr>
              <a:t>型データベース</a:t>
            </a:r>
          </a:p>
          <a:p>
            <a:pPr marL="45720" indent="0">
              <a:buNone/>
            </a:pPr>
            <a:r>
              <a:rPr lang="ja-JP" altLang="en-US">
                <a:latin typeface="Meiryo UI" charset="0"/>
                <a:ea typeface="Meiryo UI" charset="0"/>
              </a:rPr>
              <a:t>  </a:t>
            </a:r>
            <a:r>
              <a:rPr lang="en-US" altLang="ja-JP">
                <a:latin typeface="Meiryo UI" charset="0"/>
                <a:ea typeface="Meiryo UI" charset="0"/>
              </a:rPr>
              <a:t>※</a:t>
            </a:r>
            <a:r>
              <a:rPr lang="ja-JP" altLang="en-US">
                <a:latin typeface="Meiryo UI" charset="0"/>
                <a:ea typeface="Meiryo UI" charset="0"/>
              </a:rPr>
              <a:t>  現在の主流は、</a:t>
            </a:r>
            <a:r>
              <a:rPr lang="ja-JP" altLang="en-US" b="1" u="sng">
                <a:latin typeface="Meiryo UI" charset="0"/>
                <a:ea typeface="Meiryo UI" charset="0"/>
              </a:rPr>
              <a:t>リレーショナル</a:t>
            </a:r>
            <a:r>
              <a:rPr lang="en-US" altLang="ja-JP" b="1" u="sng">
                <a:latin typeface="Meiryo UI" charset="0"/>
                <a:ea typeface="Meiryo UI" charset="0"/>
              </a:rPr>
              <a:t>(</a:t>
            </a:r>
            <a:r>
              <a:rPr lang="ja-JP" altLang="en-US" b="1" u="sng">
                <a:latin typeface="Meiryo UI" charset="0"/>
                <a:ea typeface="Meiryo UI" charset="0"/>
              </a:rPr>
              <a:t>関連</a:t>
            </a:r>
            <a:r>
              <a:rPr lang="en-US" altLang="ja-JP" b="1" u="sng">
                <a:latin typeface="Meiryo UI" charset="0"/>
                <a:ea typeface="Meiryo UI" charset="0"/>
              </a:rPr>
              <a:t>) </a:t>
            </a:r>
            <a:r>
              <a:rPr lang="ja-JP" altLang="en-US" b="1" u="sng">
                <a:latin typeface="Meiryo UI" charset="0"/>
                <a:ea typeface="Meiryo UI" charset="0"/>
              </a:rPr>
              <a:t>型データベース</a:t>
            </a:r>
            <a:r>
              <a:rPr lang="en-US" altLang="ja-JP" b="1" u="sng">
                <a:latin typeface="Meiryo UI" charset="0"/>
                <a:ea typeface="Meiryo UI" charset="0"/>
              </a:rPr>
              <a:t>(RDB)</a:t>
            </a:r>
            <a:r>
              <a:rPr lang="ja-JP" altLang="en-US">
                <a:latin typeface="Meiryo UI" charset="0"/>
                <a:ea typeface="Meiryo UI" charset="0"/>
              </a:rPr>
              <a:t>である。</a:t>
            </a:r>
          </a:p>
        </p:txBody>
      </p:sp>
    </p:spTree>
    <p:extLst>
      <p:ext uri="{BB962C8B-B14F-4D97-AF65-F5344CB8AC3E}">
        <p14:creationId xmlns:p14="http://schemas.microsoft.com/office/powerpoint/2010/main" val="2719220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1065213" y="691129"/>
            <a:ext cx="9331325" cy="5328671"/>
          </a:xfrm>
        </p:spPr>
        <p:txBody>
          <a:bodyPr>
            <a:normAutofit lnSpcReduction="10000"/>
          </a:bodyPr>
          <a:lstStyle/>
          <a:p>
            <a:pPr marL="45720" indent="0">
              <a:buNone/>
            </a:pPr>
            <a:r>
              <a:rPr lang="ja-JP" altLang="en-US" b="1">
                <a:latin typeface="Meiryo UI" charset="0"/>
                <a:ea typeface="Meiryo UI" charset="0"/>
              </a:rPr>
              <a:t>データベース管理システム</a:t>
            </a:r>
            <a:r>
              <a:rPr lang="en-US" altLang="ja-JP" b="1">
                <a:latin typeface="Meiryo UI" charset="0"/>
                <a:ea typeface="Meiryo UI" charset="0"/>
              </a:rPr>
              <a:t>(DBMS</a:t>
            </a:r>
            <a:r>
              <a:rPr lang="ja-JP" altLang="en-US" b="1">
                <a:latin typeface="Meiryo UI" charset="0"/>
                <a:ea typeface="Meiryo UI" charset="0"/>
              </a:rPr>
              <a:t>：</a:t>
            </a:r>
            <a:r>
              <a:rPr lang="en-US" altLang="ja-JP" b="1">
                <a:latin typeface="Meiryo UI" charset="0"/>
                <a:ea typeface="Meiryo UI" charset="0"/>
              </a:rPr>
              <a:t>DataBase Management System)</a:t>
            </a:r>
          </a:p>
          <a:p>
            <a:pPr marL="45720" indent="0">
              <a:buNone/>
            </a:pPr>
            <a:r>
              <a:rPr lang="ja-JP" altLang="en-US">
                <a:latin typeface="Meiryo UI" charset="0"/>
                <a:ea typeface="Meiryo UI" charset="0"/>
              </a:rPr>
              <a:t>　　データベースを管理するソフトウェアを意味する。</a:t>
            </a:r>
          </a:p>
          <a:p>
            <a:pPr marL="45720" indent="0">
              <a:buNone/>
            </a:pPr>
            <a:r>
              <a:rPr lang="ja-JP" altLang="en-US">
                <a:latin typeface="Meiryo UI" charset="0"/>
                <a:ea typeface="Meiryo UI" charset="0"/>
              </a:rPr>
              <a:t>    </a:t>
            </a:r>
            <a:r>
              <a:rPr lang="en-US" altLang="ja-JP">
                <a:latin typeface="Meiryo UI" charset="0"/>
                <a:ea typeface="Meiryo UI" charset="0"/>
              </a:rPr>
              <a:t>(※</a:t>
            </a:r>
            <a:r>
              <a:rPr lang="ja-JP" altLang="en-US">
                <a:latin typeface="Meiryo UI" charset="0"/>
                <a:ea typeface="Meiryo UI" charset="0"/>
              </a:rPr>
              <a:t>場合により、</a:t>
            </a:r>
            <a:r>
              <a:rPr lang="en-US" altLang="ja-JP">
                <a:latin typeface="Meiryo UI" charset="0"/>
                <a:ea typeface="Meiryo UI" charset="0"/>
              </a:rPr>
              <a:t>DB</a:t>
            </a:r>
            <a:r>
              <a:rPr lang="ja-JP" altLang="en-US">
                <a:latin typeface="Meiryo UI" charset="0"/>
                <a:ea typeface="Meiryo UI" charset="0"/>
              </a:rPr>
              <a:t>という言葉が</a:t>
            </a:r>
            <a:r>
              <a:rPr lang="en-US" altLang="ja-JP">
                <a:latin typeface="Meiryo UI" charset="0"/>
                <a:ea typeface="Meiryo UI" charset="0"/>
              </a:rPr>
              <a:t>DBMS</a:t>
            </a:r>
            <a:r>
              <a:rPr lang="ja-JP" altLang="en-US">
                <a:latin typeface="Meiryo UI" charset="0"/>
                <a:ea typeface="Meiryo UI" charset="0"/>
              </a:rPr>
              <a:t>を示すこともある。</a:t>
            </a:r>
            <a:r>
              <a:rPr lang="en-US" altLang="ja-JP">
                <a:latin typeface="Meiryo UI" charset="0"/>
                <a:ea typeface="Meiryo UI" charset="0"/>
              </a:rPr>
              <a:t>)</a:t>
            </a:r>
          </a:p>
          <a:p>
            <a:pPr marL="45720" indent="0">
              <a:buNone/>
            </a:pPr>
            <a:endParaRPr lang="en-US" altLang="ja-JP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lang="ja-JP" altLang="en-US">
                <a:latin typeface="Meiryo UI" charset="0"/>
                <a:ea typeface="Meiryo UI" charset="0"/>
              </a:rPr>
              <a:t>　　</a:t>
            </a:r>
            <a:r>
              <a:rPr lang="en-US" altLang="ja-JP">
                <a:latin typeface="Meiryo UI" charset="0"/>
                <a:ea typeface="Meiryo UI" charset="0"/>
              </a:rPr>
              <a:t>DBMS</a:t>
            </a:r>
            <a:r>
              <a:rPr lang="ja-JP" altLang="en-US">
                <a:latin typeface="Meiryo UI" charset="0"/>
                <a:ea typeface="Meiryo UI" charset="0"/>
              </a:rPr>
              <a:t>には、主に以下の機能がある。</a:t>
            </a:r>
          </a:p>
          <a:p>
            <a:pPr marL="45720" indent="0">
              <a:buNone/>
            </a:pPr>
            <a:r>
              <a:rPr lang="ja-JP" altLang="en-US">
                <a:latin typeface="Meiryo UI" charset="0"/>
                <a:ea typeface="Meiryo UI" charset="0"/>
              </a:rPr>
              <a:t>　　　　・  データの入力、更新、削除</a:t>
            </a:r>
          </a:p>
          <a:p>
            <a:pPr marL="45720" indent="0">
              <a:buNone/>
            </a:pPr>
            <a:r>
              <a:rPr lang="ja-JP" altLang="en-US">
                <a:latin typeface="Meiryo UI" charset="0"/>
                <a:ea typeface="Meiryo UI" charset="0"/>
              </a:rPr>
              <a:t>　　　　・  データの並べ替え、検索</a:t>
            </a:r>
          </a:p>
          <a:p>
            <a:pPr marL="45720" indent="0">
              <a:buNone/>
            </a:pPr>
            <a:r>
              <a:rPr lang="ja-JP" altLang="en-US">
                <a:latin typeface="Meiryo UI" charset="0"/>
                <a:ea typeface="Meiryo UI" charset="0"/>
              </a:rPr>
              <a:t>　　　　・  データの共有 </a:t>
            </a:r>
            <a:r>
              <a:rPr lang="en-US" altLang="ja-JP">
                <a:latin typeface="Meiryo UI" charset="0"/>
                <a:ea typeface="Meiryo UI" charset="0"/>
              </a:rPr>
              <a:t>(</a:t>
            </a:r>
            <a:r>
              <a:rPr lang="ja-JP" altLang="en-US">
                <a:latin typeface="Meiryo UI" charset="0"/>
                <a:ea typeface="Meiryo UI" charset="0"/>
              </a:rPr>
              <a:t>複数のソフトウェアでデータを共有する。</a:t>
            </a:r>
            <a:r>
              <a:rPr lang="en-US" altLang="ja-JP">
                <a:latin typeface="Meiryo UI" charset="0"/>
                <a:ea typeface="Meiryo UI" charset="0"/>
              </a:rPr>
              <a:t>)</a:t>
            </a:r>
          </a:p>
          <a:p>
            <a:pPr marL="45720" indent="0">
              <a:buNone/>
            </a:pPr>
            <a:r>
              <a:rPr lang="ja-JP" altLang="en-US">
                <a:latin typeface="Meiryo UI" charset="0"/>
                <a:ea typeface="Meiryo UI" charset="0"/>
              </a:rPr>
              <a:t>　　</a:t>
            </a:r>
          </a:p>
          <a:p>
            <a:pPr marL="45720" indent="0">
              <a:buNone/>
            </a:pPr>
            <a:r>
              <a:rPr lang="ja-JP" altLang="en-US">
                <a:latin typeface="Meiryo UI" charset="0"/>
                <a:ea typeface="Meiryo UI" charset="0"/>
              </a:rPr>
              <a:t>　　実際にデータの管理を行うのは</a:t>
            </a:r>
            <a:r>
              <a:rPr lang="en-US" altLang="ja-JP">
                <a:latin typeface="Meiryo UI" charset="0"/>
                <a:ea typeface="Meiryo UI" charset="0"/>
              </a:rPr>
              <a:t>DBMS</a:t>
            </a:r>
            <a:r>
              <a:rPr lang="ja-JP" altLang="en-US">
                <a:latin typeface="Meiryo UI" charset="0"/>
                <a:ea typeface="Meiryo UI" charset="0"/>
              </a:rPr>
              <a:t>の仕事であり、ユーザー操作は上記の</a:t>
            </a:r>
            <a:endParaRPr lang="en-US" altLang="ja-JP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lang="ja-JP" altLang="en-US">
                <a:latin typeface="Meiryo UI" charset="0"/>
                <a:ea typeface="Meiryo UI" charset="0"/>
              </a:rPr>
              <a:t>　　命令を</a:t>
            </a:r>
            <a:r>
              <a:rPr lang="en-US" altLang="ja-JP">
                <a:latin typeface="Meiryo UI" charset="0"/>
                <a:ea typeface="Meiryo UI" charset="0"/>
              </a:rPr>
              <a:t>DBMS</a:t>
            </a:r>
            <a:r>
              <a:rPr lang="ja-JP" altLang="en-US">
                <a:latin typeface="Meiryo UI" charset="0"/>
                <a:ea typeface="Meiryo UI" charset="0"/>
              </a:rPr>
              <a:t>に対し要求し、結果を受け取る流れとなる。</a:t>
            </a:r>
          </a:p>
        </p:txBody>
      </p:sp>
    </p:spTree>
    <p:extLst>
      <p:ext uri="{BB962C8B-B14F-4D97-AF65-F5344CB8AC3E}">
        <p14:creationId xmlns:p14="http://schemas.microsoft.com/office/powerpoint/2010/main" val="1431719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1077913" y="675317"/>
            <a:ext cx="9720262" cy="5417508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リレーショナルデータベース</a:t>
            </a:r>
            <a:r>
              <a:rPr kumimoji="1" lang="en-US" altLang="ja-JP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(RDB)</a:t>
            </a:r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とは？</a:t>
            </a:r>
            <a:endParaRPr kumimoji="1" lang="en-US" altLang="ja-JP" b="1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45720" indent="0">
              <a:buNone/>
            </a:pPr>
            <a:endParaRPr kumimoji="1" lang="ja-JP" altLang="en-US" b="1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marL="45720" indent="0">
              <a:buNone/>
            </a:pPr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データを行</a:t>
            </a:r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</a:t>
            </a:r>
            <a:r>
              <a:rPr lang="ja-JP" altLang="en-US" dirty="0"/>
              <a:t>レコード</a:t>
            </a:r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)</a:t>
            </a:r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と列</a:t>
            </a:r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</a:t>
            </a:r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カラム</a:t>
            </a:r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)</a:t>
            </a:r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で構成された表</a:t>
            </a:r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(</a:t>
            </a:r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テーブル</a:t>
            </a:r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)</a:t>
            </a:r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形式で管理を行う。</a:t>
            </a:r>
          </a:p>
          <a:p>
            <a:pPr marL="45720" indent="0">
              <a:buNone/>
            </a:pPr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</a:t>
            </a:r>
          </a:p>
          <a:p>
            <a:pPr marL="45720" indent="0">
              <a:buNone/>
            </a:pPr>
            <a:r>
              <a:rPr kumimoji="1" lang="ja-JP" altLang="en-US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　テーブル</a:t>
            </a:r>
            <a:r>
              <a:rPr kumimoji="1" lang="ja-JP" altLang="en-US" dirty="0">
                <a:latin typeface="Meiryo UI" charset="0"/>
                <a:ea typeface="Meiryo UI" charset="0"/>
              </a:rPr>
              <a:t>とテーブルどうしが連携</a:t>
            </a:r>
            <a:r>
              <a:rPr kumimoji="1" lang="en-US" altLang="ja-JP" dirty="0">
                <a:latin typeface="Meiryo UI" charset="0"/>
                <a:ea typeface="Meiryo UI" charset="0"/>
              </a:rPr>
              <a:t>(</a:t>
            </a:r>
            <a:r>
              <a:rPr kumimoji="1" lang="ja-JP" altLang="en-US" dirty="0">
                <a:latin typeface="Meiryo UI" charset="0"/>
                <a:ea typeface="Meiryo UI" charset="0"/>
              </a:rPr>
              <a:t>リレーション</a:t>
            </a:r>
            <a:r>
              <a:rPr kumimoji="1" lang="en-US" altLang="ja-JP" dirty="0">
                <a:latin typeface="Meiryo UI" charset="0"/>
                <a:ea typeface="Meiryo UI" charset="0"/>
              </a:rPr>
              <a:t>)</a:t>
            </a:r>
            <a:r>
              <a:rPr kumimoji="1" lang="ja-JP" altLang="en-US" dirty="0">
                <a:latin typeface="Meiryo UI" charset="0"/>
                <a:ea typeface="Meiryo UI" charset="0"/>
              </a:rPr>
              <a:t>して動く仕組みである。</a:t>
            </a:r>
          </a:p>
          <a:p>
            <a:pPr marL="45720" indent="0">
              <a:buNone/>
            </a:pPr>
            <a:endParaRPr kumimoji="1" lang="ja-JP" altLang="en-US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 dirty="0">
                <a:solidFill>
                  <a:srgbClr val="595959"/>
                </a:solidFill>
                <a:latin typeface="Meiryo UI" charset="0"/>
                <a:ea typeface="Meiryo UI" charset="0"/>
              </a:rPr>
              <a:t>  個々のデータは独立しているため、管理がしやすい特徴がある。</a:t>
            </a:r>
          </a:p>
        </p:txBody>
      </p:sp>
      <p:pic>
        <p:nvPicPr>
          <p:cNvPr id="8" name="図 7" descr="R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9177" y="3968165"/>
            <a:ext cx="7093150" cy="1977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267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/>
          <p:cNvSpPr>
            <a:spLocks noGrp="1"/>
          </p:cNvSpPr>
          <p:nvPr>
            <p:ph sz="half" idx="1"/>
          </p:nvPr>
        </p:nvSpPr>
        <p:spPr>
          <a:xfrm>
            <a:off x="1065213" y="603425"/>
            <a:ext cx="9534525" cy="5589413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kumimoji="1" lang="ja-JP" altLang="en-US" b="1" dirty="0">
                <a:latin typeface="Meiryo UI" charset="0"/>
                <a:ea typeface="Meiryo UI" charset="0"/>
              </a:rPr>
              <a:t>リレーショナルデータベースの構成要素　</a:t>
            </a:r>
          </a:p>
          <a:p>
            <a:pPr marL="45720" indent="0">
              <a:buNone/>
            </a:pPr>
            <a:endParaRPr kumimoji="1" lang="ja-JP" altLang="en-US" b="1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 b="1" dirty="0">
                <a:latin typeface="Meiryo UI" charset="0"/>
                <a:ea typeface="Meiryo UI" charset="0"/>
              </a:rPr>
              <a:t>　</a:t>
            </a:r>
            <a:r>
              <a:rPr kumimoji="1" lang="ja-JP" altLang="en-US" b="1" u="sng" dirty="0">
                <a:latin typeface="Meiryo UI" charset="0"/>
                <a:ea typeface="Meiryo UI" charset="0"/>
              </a:rPr>
              <a:t>表</a:t>
            </a:r>
            <a:r>
              <a:rPr kumimoji="1" lang="en-US" altLang="ja-JP" b="1" u="sng" dirty="0">
                <a:latin typeface="Meiryo UI" charset="0"/>
                <a:ea typeface="Meiryo UI" charset="0"/>
              </a:rPr>
              <a:t>(</a:t>
            </a:r>
            <a:r>
              <a:rPr kumimoji="1" lang="ja-JP" altLang="en-US" b="1" u="sng" dirty="0">
                <a:latin typeface="Meiryo UI" charset="0"/>
                <a:ea typeface="Meiryo UI" charset="0"/>
              </a:rPr>
              <a:t>テーブル</a:t>
            </a:r>
            <a:r>
              <a:rPr kumimoji="1" lang="en-US" altLang="ja-JP" b="1" u="sng" dirty="0">
                <a:latin typeface="Meiryo UI" charset="0"/>
                <a:ea typeface="Meiryo UI" charset="0"/>
              </a:rPr>
              <a:t>)</a:t>
            </a:r>
          </a:p>
          <a:p>
            <a:pPr marL="45720" indent="0">
              <a:buNone/>
            </a:pPr>
            <a:r>
              <a:rPr kumimoji="1" lang="ja-JP" altLang="en-US" dirty="0">
                <a:latin typeface="Meiryo UI" charset="0"/>
                <a:ea typeface="Meiryo UI" charset="0"/>
              </a:rPr>
              <a:t>　　　</a:t>
            </a:r>
            <a:r>
              <a:rPr kumimoji="1" lang="ja-JP" altLang="en-US" dirty="0">
                <a:solidFill>
                  <a:srgbClr val="595959"/>
                </a:solidFill>
                <a:latin typeface="Meiryo UI" charset="0"/>
                <a:ea typeface="Meiryo UI" charset="0"/>
              </a:rPr>
              <a:t>データを入れる器。列</a:t>
            </a:r>
            <a:r>
              <a:rPr kumimoji="1" lang="en-US" altLang="ja-JP" dirty="0">
                <a:solidFill>
                  <a:srgbClr val="595959"/>
                </a:solidFill>
                <a:latin typeface="Meiryo UI" charset="0"/>
                <a:ea typeface="Meiryo UI" charset="0"/>
              </a:rPr>
              <a:t>(</a:t>
            </a:r>
            <a:r>
              <a:rPr kumimoji="1" lang="ja-JP" altLang="en-US" dirty="0">
                <a:solidFill>
                  <a:srgbClr val="595959"/>
                </a:solidFill>
                <a:latin typeface="Meiryo UI" charset="0"/>
                <a:ea typeface="Meiryo UI" charset="0"/>
              </a:rPr>
              <a:t>カラム</a:t>
            </a:r>
            <a:r>
              <a:rPr kumimoji="1" lang="en-US" altLang="ja-JP" dirty="0">
                <a:solidFill>
                  <a:srgbClr val="595959"/>
                </a:solidFill>
                <a:latin typeface="Meiryo UI" charset="0"/>
                <a:ea typeface="Meiryo UI" charset="0"/>
              </a:rPr>
              <a:t>)</a:t>
            </a:r>
            <a:r>
              <a:rPr kumimoji="1" lang="ja-JP" altLang="en-US" dirty="0">
                <a:solidFill>
                  <a:srgbClr val="595959"/>
                </a:solidFill>
                <a:latin typeface="Meiryo UI" charset="0"/>
                <a:ea typeface="Meiryo UI" charset="0"/>
              </a:rPr>
              <a:t>と行</a:t>
            </a:r>
            <a:r>
              <a:rPr kumimoji="1" lang="en-US" altLang="ja-JP" dirty="0">
                <a:solidFill>
                  <a:srgbClr val="595959"/>
                </a:solidFill>
                <a:latin typeface="Meiryo UI" charset="0"/>
                <a:ea typeface="Meiryo UI" charset="0"/>
              </a:rPr>
              <a:t>(</a:t>
            </a:r>
            <a:r>
              <a:rPr lang="ja-JP" altLang="en-US" dirty="0">
                <a:solidFill>
                  <a:srgbClr val="595959"/>
                </a:solidFill>
                <a:latin typeface="Meiryo UI" charset="0"/>
                <a:ea typeface="Meiryo UI" charset="0"/>
              </a:rPr>
              <a:t>レコード</a:t>
            </a:r>
            <a:r>
              <a:rPr kumimoji="1" lang="en-US" altLang="ja-JP" dirty="0">
                <a:solidFill>
                  <a:srgbClr val="595959"/>
                </a:solidFill>
                <a:latin typeface="Meiryo UI" charset="0"/>
                <a:ea typeface="Meiryo UI" charset="0"/>
              </a:rPr>
              <a:t>)</a:t>
            </a:r>
            <a:r>
              <a:rPr kumimoji="1" lang="ja-JP" altLang="en-US" dirty="0">
                <a:solidFill>
                  <a:srgbClr val="595959"/>
                </a:solidFill>
                <a:latin typeface="Meiryo UI" charset="0"/>
                <a:ea typeface="Meiryo UI" charset="0"/>
              </a:rPr>
              <a:t>で構成される。</a:t>
            </a:r>
          </a:p>
          <a:p>
            <a:pPr marL="45720" indent="0">
              <a:buNone/>
            </a:pPr>
            <a:r>
              <a:rPr kumimoji="1" lang="ja-JP" altLang="en-US" b="1" dirty="0">
                <a:latin typeface="Meiryo UI" charset="0"/>
                <a:ea typeface="Meiryo UI" charset="0"/>
              </a:rPr>
              <a:t>　</a:t>
            </a:r>
            <a:r>
              <a:rPr kumimoji="1" lang="ja-JP" altLang="en-US" b="1" u="sng" dirty="0">
                <a:latin typeface="Meiryo UI" charset="0"/>
                <a:ea typeface="Meiryo UI" charset="0"/>
              </a:rPr>
              <a:t>列</a:t>
            </a:r>
            <a:r>
              <a:rPr kumimoji="1" lang="en-US" altLang="ja-JP" b="1" u="sng" dirty="0">
                <a:latin typeface="Meiryo UI" charset="0"/>
                <a:ea typeface="Meiryo UI" charset="0"/>
              </a:rPr>
              <a:t>(</a:t>
            </a:r>
            <a:r>
              <a:rPr kumimoji="1" lang="ja-JP" altLang="en-US" b="1" u="sng" dirty="0">
                <a:latin typeface="Meiryo UI" charset="0"/>
                <a:ea typeface="Meiryo UI" charset="0"/>
              </a:rPr>
              <a:t>カラム</a:t>
            </a:r>
            <a:r>
              <a:rPr kumimoji="1" lang="en-US" altLang="ja-JP" b="1" u="sng" dirty="0">
                <a:latin typeface="Meiryo UI" charset="0"/>
                <a:ea typeface="Meiryo UI" charset="0"/>
              </a:rPr>
              <a:t>)</a:t>
            </a:r>
          </a:p>
          <a:p>
            <a:pPr marL="45720" indent="0">
              <a:buNone/>
            </a:pPr>
            <a:r>
              <a:rPr kumimoji="1" lang="ja-JP" altLang="en-US" dirty="0">
                <a:latin typeface="Meiryo UI" charset="0"/>
                <a:ea typeface="Meiryo UI" charset="0"/>
              </a:rPr>
              <a:t> 　　</a:t>
            </a:r>
            <a:r>
              <a:rPr kumimoji="1" lang="en-US" altLang="ja-JP" dirty="0">
                <a:latin typeface="Meiryo UI" charset="0"/>
                <a:ea typeface="Meiryo UI" charset="0"/>
              </a:rPr>
              <a:t> </a:t>
            </a:r>
            <a:r>
              <a:rPr kumimoji="1" lang="ja-JP" altLang="en-US" dirty="0">
                <a:solidFill>
                  <a:srgbClr val="595959"/>
                </a:solidFill>
                <a:latin typeface="Meiryo UI" charset="0"/>
                <a:ea typeface="Meiryo UI" charset="0"/>
              </a:rPr>
              <a:t>表に含まれる項目。項目ごとに属性が定義されている。（フィールドとも呼ばれる）</a:t>
            </a:r>
          </a:p>
          <a:p>
            <a:pPr marL="45720" indent="0">
              <a:buNone/>
            </a:pPr>
            <a:r>
              <a:rPr kumimoji="1" lang="ja-JP" altLang="en-US" dirty="0">
                <a:solidFill>
                  <a:srgbClr val="595959"/>
                </a:solidFill>
                <a:latin typeface="Meiryo UI" charset="0"/>
                <a:ea typeface="Meiryo UI" charset="0"/>
              </a:rPr>
              <a:t>　　　　</a:t>
            </a:r>
            <a:r>
              <a:rPr kumimoji="1" lang="en-US" altLang="ja-JP" dirty="0">
                <a:solidFill>
                  <a:srgbClr val="595959"/>
                </a:solidFill>
                <a:latin typeface="Meiryo UI" charset="0"/>
                <a:ea typeface="Meiryo UI" charset="0"/>
              </a:rPr>
              <a:t>※ </a:t>
            </a:r>
            <a:r>
              <a:rPr kumimoji="1" lang="ja-JP" altLang="en-US" dirty="0">
                <a:solidFill>
                  <a:srgbClr val="595959"/>
                </a:solidFill>
                <a:latin typeface="Meiryo UI" charset="0"/>
                <a:ea typeface="Meiryo UI" charset="0"/>
              </a:rPr>
              <a:t>属性：</a:t>
            </a:r>
            <a:r>
              <a:rPr kumimoji="1" lang="ja-JP" altLang="en-US" dirty="0">
                <a:latin typeface="Meiryo UI" charset="0"/>
                <a:ea typeface="Meiryo UI" charset="0"/>
              </a:rPr>
              <a:t>データ型</a:t>
            </a:r>
            <a:r>
              <a:rPr kumimoji="1" lang="en-US" altLang="ja-JP" dirty="0">
                <a:latin typeface="Meiryo UI" charset="0"/>
                <a:ea typeface="Meiryo UI" charset="0"/>
              </a:rPr>
              <a:t>(</a:t>
            </a:r>
            <a:r>
              <a:rPr kumimoji="1" lang="ja-JP" altLang="en-US" dirty="0">
                <a:latin typeface="Meiryo UI" charset="0"/>
                <a:ea typeface="Meiryo UI" charset="0"/>
              </a:rPr>
              <a:t>文字、数値、日付、バイナリ他</a:t>
            </a:r>
            <a:r>
              <a:rPr kumimoji="1" lang="en-US" altLang="ja-JP" dirty="0">
                <a:latin typeface="Meiryo UI" charset="0"/>
                <a:ea typeface="Meiryo UI" charset="0"/>
              </a:rPr>
              <a:t>)</a:t>
            </a:r>
            <a:r>
              <a:rPr kumimoji="1" lang="ja-JP" altLang="en-US" dirty="0">
                <a:latin typeface="Meiryo UI" charset="0"/>
                <a:ea typeface="Meiryo UI" charset="0"/>
              </a:rPr>
              <a:t>など</a:t>
            </a:r>
          </a:p>
          <a:p>
            <a:pPr marL="45720" indent="0">
              <a:buNone/>
            </a:pPr>
            <a:r>
              <a:rPr kumimoji="1" lang="ja-JP" altLang="en-US" b="1" dirty="0">
                <a:latin typeface="Meiryo UI" charset="0"/>
                <a:ea typeface="Meiryo UI" charset="0"/>
              </a:rPr>
              <a:t>　</a:t>
            </a:r>
            <a:r>
              <a:rPr kumimoji="1" lang="ja-JP" altLang="en-US" b="1" u="sng" dirty="0">
                <a:latin typeface="Meiryo UI" charset="0"/>
                <a:ea typeface="Meiryo UI" charset="0"/>
              </a:rPr>
              <a:t>行</a:t>
            </a:r>
            <a:r>
              <a:rPr kumimoji="1" lang="en-US" altLang="ja-JP" b="1" u="sng" dirty="0">
                <a:latin typeface="Meiryo UI" charset="0"/>
                <a:ea typeface="Meiryo UI" charset="0"/>
              </a:rPr>
              <a:t>(</a:t>
            </a:r>
            <a:r>
              <a:rPr lang="ja-JP" altLang="en-US" b="1" u="sng" dirty="0">
                <a:latin typeface="Meiryo UI" charset="0"/>
                <a:ea typeface="Meiryo UI" charset="0"/>
              </a:rPr>
              <a:t>レコード</a:t>
            </a:r>
            <a:r>
              <a:rPr kumimoji="1" lang="en-US" altLang="ja-JP" b="1" u="sng" dirty="0">
                <a:latin typeface="Meiryo UI" charset="0"/>
                <a:ea typeface="Meiryo UI" charset="0"/>
              </a:rPr>
              <a:t>)</a:t>
            </a:r>
          </a:p>
          <a:p>
            <a:pPr marL="45720" indent="0">
              <a:buNone/>
            </a:pPr>
            <a:r>
              <a:rPr kumimoji="1" lang="ja-JP" altLang="en-US" dirty="0">
                <a:latin typeface="Meiryo UI" charset="0"/>
                <a:ea typeface="Meiryo UI" charset="0"/>
              </a:rPr>
              <a:t> 　　表に入れる、実際のデータを指す。</a:t>
            </a:r>
            <a:r>
              <a:rPr kumimoji="1" lang="en-US" altLang="ja-JP" dirty="0">
                <a:latin typeface="Meiryo UI" charset="0"/>
                <a:ea typeface="Meiryo UI" charset="0"/>
              </a:rPr>
              <a:t>1</a:t>
            </a:r>
            <a:r>
              <a:rPr kumimoji="1" lang="ja-JP" altLang="en-US" dirty="0">
                <a:latin typeface="Meiryo UI" charset="0"/>
                <a:ea typeface="Meiryo UI" charset="0"/>
              </a:rPr>
              <a:t>行で</a:t>
            </a:r>
            <a:r>
              <a:rPr kumimoji="1" lang="en-US" altLang="ja-JP" dirty="0">
                <a:latin typeface="Meiryo UI" charset="0"/>
                <a:ea typeface="Meiryo UI" charset="0"/>
              </a:rPr>
              <a:t>1</a:t>
            </a:r>
            <a:r>
              <a:rPr kumimoji="1" lang="ja-JP" altLang="en-US" dirty="0">
                <a:latin typeface="Meiryo UI" charset="0"/>
                <a:ea typeface="Meiryo UI" charset="0"/>
              </a:rPr>
              <a:t>件のデータを表す。</a:t>
            </a:r>
            <a:r>
              <a:rPr kumimoji="1" lang="en-US" altLang="ja-JP" dirty="0">
                <a:latin typeface="Meiryo UI" charset="0"/>
                <a:ea typeface="Meiryo UI" charset="0"/>
              </a:rPr>
              <a:t>(</a:t>
            </a:r>
            <a:r>
              <a:rPr lang="ja-JP" altLang="en-US" dirty="0">
                <a:latin typeface="Meiryo UI" charset="0"/>
                <a:ea typeface="Meiryo UI" charset="0"/>
              </a:rPr>
              <a:t>ロー</a:t>
            </a:r>
            <a:r>
              <a:rPr kumimoji="1" lang="ja-JP" altLang="en-US" dirty="0">
                <a:latin typeface="Meiryo UI" charset="0"/>
                <a:ea typeface="Meiryo UI" charset="0"/>
              </a:rPr>
              <a:t>とも呼ばれる</a:t>
            </a:r>
            <a:r>
              <a:rPr kumimoji="1" lang="en-US" altLang="ja-JP" dirty="0">
                <a:latin typeface="Meiryo UI" charset="0"/>
                <a:ea typeface="Meiryo UI" charset="0"/>
              </a:rPr>
              <a:t>)</a:t>
            </a:r>
            <a:endParaRPr kumimoji="1" lang="ja-JP" altLang="en-US" dirty="0">
              <a:latin typeface="Meiryo UI" charset="0"/>
              <a:ea typeface="Meiryo U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088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コンテンツ プレースホルダー 9"/>
          <p:cNvSpPr>
            <a:spLocks noGrp="1"/>
          </p:cNvSpPr>
          <p:nvPr>
            <p:ph idx="1"/>
          </p:nvPr>
        </p:nvSpPr>
        <p:spPr>
          <a:xfrm>
            <a:off x="1065213" y="536714"/>
            <a:ext cx="8686800" cy="5483086"/>
          </a:xfrm>
        </p:spPr>
        <p:txBody>
          <a:bodyPr/>
          <a:lstStyle/>
          <a:p>
            <a:pPr marL="45720" indent="0">
              <a:buNone/>
            </a:pPr>
            <a:r>
              <a:rPr lang="ja-JP" altLang="en-US" b="1"/>
              <a:t>表</a:t>
            </a:r>
            <a:r>
              <a:rPr lang="en-US" altLang="ja-JP" b="1"/>
              <a:t>(</a:t>
            </a:r>
            <a:r>
              <a:rPr lang="ja-JP" altLang="en-US" b="1"/>
              <a:t>テーブル</a:t>
            </a:r>
            <a:r>
              <a:rPr lang="en-US" altLang="ja-JP" b="1"/>
              <a:t>) </a:t>
            </a:r>
            <a:r>
              <a:rPr lang="ja-JP" altLang="en-US" b="1"/>
              <a:t>の構成イメージ</a:t>
            </a:r>
          </a:p>
        </p:txBody>
      </p:sp>
      <p:pic>
        <p:nvPicPr>
          <p:cNvPr id="12" name="図 11" descr="RDBMS要素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6688" y="819150"/>
            <a:ext cx="9090307" cy="5901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434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/>
          <p:cNvSpPr>
            <a:spLocks noGrp="1"/>
          </p:cNvSpPr>
          <p:nvPr>
            <p:ph sz="half" idx="1"/>
          </p:nvPr>
        </p:nvSpPr>
        <p:spPr>
          <a:xfrm>
            <a:off x="1065213" y="495094"/>
            <a:ext cx="9304337" cy="4470606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kumimoji="1" lang="ja-JP" altLang="en-US" b="1" dirty="0">
                <a:latin typeface="Meiryo UI" charset="0"/>
                <a:ea typeface="Meiryo UI" charset="0"/>
              </a:rPr>
              <a:t>表</a:t>
            </a:r>
            <a:r>
              <a:rPr kumimoji="1" lang="en-US" altLang="ja-JP" b="1" dirty="0">
                <a:latin typeface="Meiryo UI" charset="0"/>
                <a:ea typeface="Meiryo UI" charset="0"/>
              </a:rPr>
              <a:t>(</a:t>
            </a:r>
            <a:r>
              <a:rPr kumimoji="1" lang="ja-JP" altLang="en-US" b="1" dirty="0">
                <a:latin typeface="Meiryo UI" charset="0"/>
                <a:ea typeface="Meiryo UI" charset="0"/>
              </a:rPr>
              <a:t>テーブル</a:t>
            </a:r>
            <a:r>
              <a:rPr kumimoji="1" lang="en-US" altLang="ja-JP" b="1" dirty="0">
                <a:latin typeface="Meiryo UI" charset="0"/>
                <a:ea typeface="Meiryo UI" charset="0"/>
              </a:rPr>
              <a:t>) </a:t>
            </a:r>
            <a:r>
              <a:rPr kumimoji="1" lang="ja-JP" altLang="en-US" b="1" dirty="0">
                <a:latin typeface="Meiryo UI" charset="0"/>
                <a:ea typeface="Meiryo UI" charset="0"/>
              </a:rPr>
              <a:t>の関連イメージ</a:t>
            </a:r>
            <a:endParaRPr kumimoji="1" lang="ja-JP" dirty="0">
              <a:latin typeface="Meiryo UI" charset="0"/>
              <a:ea typeface="Meiryo UI" charset="0"/>
            </a:endParaRPr>
          </a:p>
        </p:txBody>
      </p:sp>
      <p:pic>
        <p:nvPicPr>
          <p:cNvPr id="5" name="図 4" descr="Re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9266" y="805146"/>
            <a:ext cx="9320975" cy="560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778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1065213" y="623888"/>
            <a:ext cx="8686800" cy="5803317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US" altLang="ja-JP" b="1">
                <a:latin typeface="Meiryo UI" charset="0"/>
                <a:ea typeface="Meiryo UI" charset="0"/>
              </a:rPr>
              <a:t>【</a:t>
            </a:r>
            <a:r>
              <a:rPr lang="ja-JP" altLang="en-US" b="1">
                <a:latin typeface="Meiryo UI" charset="0"/>
                <a:ea typeface="Meiryo UI" charset="0"/>
              </a:rPr>
              <a:t>参考</a:t>
            </a:r>
            <a:r>
              <a:rPr lang="en-US" altLang="ja-JP" b="1">
                <a:latin typeface="Meiryo UI" charset="0"/>
                <a:ea typeface="Meiryo UI" charset="0"/>
              </a:rPr>
              <a:t>】 RDB</a:t>
            </a:r>
            <a:r>
              <a:rPr lang="ja-JP" altLang="en-US" b="1">
                <a:latin typeface="Meiryo UI" charset="0"/>
                <a:ea typeface="Meiryo UI" charset="0"/>
              </a:rPr>
              <a:t>以外のデータベース</a:t>
            </a:r>
          </a:p>
          <a:p>
            <a:pPr marL="45720" indent="0">
              <a:buNone/>
            </a:pPr>
            <a:r>
              <a:rPr lang="en-US" altLang="ja-JP" b="1">
                <a:latin typeface="Meiryo UI" charset="0"/>
                <a:ea typeface="Meiryo UI" charset="0"/>
              </a:rPr>
              <a:t>(1)</a:t>
            </a:r>
            <a:r>
              <a:rPr lang="ja-JP" altLang="en-US" b="1">
                <a:latin typeface="Meiryo UI" charset="0"/>
                <a:ea typeface="Meiryo UI" charset="0"/>
              </a:rPr>
              <a:t>階層型</a:t>
            </a:r>
          </a:p>
          <a:p>
            <a:pPr marL="45720" indent="0">
              <a:buNone/>
            </a:pPr>
            <a:r>
              <a:rPr lang="ja-JP" altLang="en-US">
                <a:latin typeface="Meiryo UI" charset="0"/>
                <a:ea typeface="Meiryo UI" charset="0"/>
              </a:rPr>
              <a:t>　データが</a:t>
            </a:r>
            <a:r>
              <a:rPr lang="en-US" altLang="ja-JP">
                <a:latin typeface="Meiryo UI" charset="0"/>
                <a:ea typeface="Meiryo UI" charset="0"/>
              </a:rPr>
              <a:t>1</a:t>
            </a:r>
            <a:r>
              <a:rPr lang="ja-JP" altLang="en-US">
                <a:latin typeface="Meiryo UI" charset="0"/>
                <a:ea typeface="Meiryo UI" charset="0"/>
              </a:rPr>
              <a:t>対多の親子関係で結ばれている。</a:t>
            </a:r>
          </a:p>
          <a:p>
            <a:pPr marL="45720" indent="0">
              <a:buNone/>
            </a:pPr>
            <a:r>
              <a:rPr lang="ja-JP" altLang="en-US">
                <a:latin typeface="Meiryo UI" charset="0"/>
                <a:ea typeface="Meiryo UI" charset="0"/>
              </a:rPr>
              <a:t>　</a:t>
            </a:r>
            <a:r>
              <a:rPr lang="en-US" altLang="ja-JP">
                <a:latin typeface="Meiryo UI" charset="0"/>
                <a:ea typeface="Meiryo UI" charset="0"/>
              </a:rPr>
              <a:t>DB</a:t>
            </a:r>
            <a:r>
              <a:rPr lang="ja-JP" altLang="en-US">
                <a:latin typeface="Meiryo UI" charset="0"/>
                <a:ea typeface="Meiryo UI" charset="0"/>
              </a:rPr>
              <a:t>の形式としては古く、情報一元管理するのは難しい。</a:t>
            </a:r>
          </a:p>
          <a:p>
            <a:pPr marL="45720" indent="0">
              <a:buNone/>
            </a:pPr>
            <a:r>
              <a:rPr lang="ja-JP" altLang="en-US">
                <a:latin typeface="Meiryo UI" charset="0"/>
                <a:ea typeface="Meiryo UI" charset="0"/>
              </a:rPr>
              <a:t>　</a:t>
            </a:r>
            <a:r>
              <a:rPr lang="en-US" altLang="ja-JP">
                <a:latin typeface="Meiryo UI" charset="0"/>
                <a:ea typeface="Meiryo UI" charset="0"/>
              </a:rPr>
              <a:t>(</a:t>
            </a:r>
            <a:r>
              <a:rPr lang="ja-JP" altLang="en-US">
                <a:latin typeface="Meiryo UI" charset="0"/>
                <a:ea typeface="Meiryo UI" charset="0"/>
              </a:rPr>
              <a:t>データ項目をツリー構造で管理する</a:t>
            </a:r>
            <a:r>
              <a:rPr lang="en-US" altLang="ja-JP">
                <a:latin typeface="Meiryo UI" charset="0"/>
                <a:ea typeface="Meiryo UI" charset="0"/>
              </a:rPr>
              <a:t>)</a:t>
            </a:r>
          </a:p>
          <a:p>
            <a:pPr marL="45720" indent="0">
              <a:buNone/>
            </a:pPr>
            <a:endParaRPr lang="en-US" altLang="ja-JP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lang="en-US" altLang="ja-JP" b="1">
                <a:latin typeface="Meiryo UI" charset="0"/>
                <a:ea typeface="Meiryo UI" charset="0"/>
              </a:rPr>
              <a:t>(2)</a:t>
            </a:r>
            <a:r>
              <a:rPr lang="ja-JP" altLang="en-US" b="1">
                <a:latin typeface="Meiryo UI" charset="0"/>
                <a:ea typeface="Meiryo UI" charset="0"/>
              </a:rPr>
              <a:t>ネットワーク型</a:t>
            </a:r>
          </a:p>
          <a:p>
            <a:pPr marL="45720" indent="0">
              <a:buNone/>
            </a:pPr>
            <a:r>
              <a:rPr lang="ja-JP" altLang="en-US">
                <a:latin typeface="Meiryo UI" charset="0"/>
                <a:ea typeface="Meiryo UI" charset="0"/>
              </a:rPr>
              <a:t>　データが多対多の関係で結ばれている。</a:t>
            </a:r>
          </a:p>
          <a:p>
            <a:pPr marL="45720" indent="0">
              <a:buNone/>
            </a:pPr>
            <a:r>
              <a:rPr lang="ja-JP" altLang="en-US">
                <a:latin typeface="Meiryo UI" charset="0"/>
                <a:ea typeface="Meiryo UI" charset="0"/>
              </a:rPr>
              <a:t>　情報を一元的に管理することが可能だが、データ同士の</a:t>
            </a:r>
          </a:p>
          <a:p>
            <a:pPr marL="45720" indent="0">
              <a:buNone/>
            </a:pPr>
            <a:r>
              <a:rPr lang="ja-JP" altLang="en-US">
                <a:latin typeface="Meiryo UI" charset="0"/>
                <a:ea typeface="Meiryo UI" charset="0"/>
              </a:rPr>
              <a:t>　変わりが複雑となるため管理が難しい。</a:t>
            </a:r>
            <a:endParaRPr lang="en-US" altLang="ja-JP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lang="en-US" altLang="ja-JP">
                <a:latin typeface="Meiryo UI" charset="0"/>
                <a:ea typeface="Meiryo UI" charset="0"/>
              </a:rPr>
              <a:t>  (</a:t>
            </a:r>
            <a:r>
              <a:rPr lang="ja-JP" altLang="en-US">
                <a:latin typeface="Meiryo UI" charset="0"/>
                <a:ea typeface="Meiryo UI" charset="0"/>
              </a:rPr>
              <a:t>各データ項目をポインタで繋ぐ</a:t>
            </a:r>
            <a:r>
              <a:rPr lang="en-US" altLang="ja-JP">
                <a:latin typeface="Meiryo UI" charset="0"/>
                <a:ea typeface="Meiryo UI" charset="0"/>
              </a:rPr>
              <a:t>)</a:t>
            </a:r>
            <a:endParaRPr lang="ja-JP" altLang="en-US">
              <a:latin typeface="Meiryo UI" charset="0"/>
              <a:ea typeface="Meiryo UI" charset="0"/>
            </a:endParaRPr>
          </a:p>
        </p:txBody>
      </p:sp>
      <p:graphicFrame>
        <p:nvGraphicFramePr>
          <p:cNvPr id="12" name="図表 11"/>
          <p:cNvGraphicFramePr/>
          <p:nvPr>
            <p:extLst>
              <p:ext uri="{D42A27DB-BD31-4B8C-83A1-F6EECF244321}">
                <p14:modId xmlns:p14="http://schemas.microsoft.com/office/powerpoint/2010/main" val="616010800"/>
              </p:ext>
            </p:extLst>
          </p:nvPr>
        </p:nvGraphicFramePr>
        <p:xfrm>
          <a:off x="7304408" y="3898521"/>
          <a:ext cx="3332163" cy="20117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4" name="図表 13"/>
          <p:cNvGraphicFramePr/>
          <p:nvPr>
            <p:extLst>
              <p:ext uri="{D42A27DB-BD31-4B8C-83A1-F6EECF244321}">
                <p14:modId xmlns:p14="http://schemas.microsoft.com/office/powerpoint/2010/main" val="2715945404"/>
              </p:ext>
            </p:extLst>
          </p:nvPr>
        </p:nvGraphicFramePr>
        <p:xfrm>
          <a:off x="7503575" y="757851"/>
          <a:ext cx="2722180" cy="26730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cxnSp>
        <p:nvCxnSpPr>
          <p:cNvPr id="2" name="直線矢印コネクタ 1"/>
          <p:cNvCxnSpPr/>
          <p:nvPr/>
        </p:nvCxnSpPr>
        <p:spPr>
          <a:xfrm>
            <a:off x="8509194" y="4456996"/>
            <a:ext cx="914400" cy="914400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" name="直線矢印コネクタ 3"/>
          <p:cNvCxnSpPr/>
          <p:nvPr/>
        </p:nvCxnSpPr>
        <p:spPr>
          <a:xfrm flipH="1">
            <a:off x="8969150" y="4226958"/>
            <a:ext cx="2024" cy="1372730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" name="直線矢印コネクタ 4"/>
          <p:cNvCxnSpPr/>
          <p:nvPr/>
        </p:nvCxnSpPr>
        <p:spPr>
          <a:xfrm flipH="1">
            <a:off x="8507455" y="4547387"/>
            <a:ext cx="918449" cy="812549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" name="角丸四角形 14"/>
          <p:cNvSpPr/>
          <p:nvPr/>
        </p:nvSpPr>
        <p:spPr>
          <a:xfrm>
            <a:off x="8684026" y="4676250"/>
            <a:ext cx="591534" cy="35327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53485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1065213" y="691129"/>
            <a:ext cx="9331325" cy="5328671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ja-JP" altLang="en-US" b="1">
                <a:latin typeface="Meiryo UI" charset="0"/>
                <a:ea typeface="Meiryo UI" charset="0"/>
              </a:rPr>
              <a:t>リレーショナルデータベース管理システムとは？</a:t>
            </a:r>
          </a:p>
          <a:p>
            <a:pPr marL="45720" indent="0">
              <a:buNone/>
            </a:pPr>
            <a:endParaRPr lang="ja-JP" altLang="en-US" b="1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lang="ja-JP" altLang="en-US">
                <a:latin typeface="Meiryo UI" charset="0"/>
                <a:ea typeface="Meiryo UI" charset="0"/>
              </a:rPr>
              <a:t>　　</a:t>
            </a:r>
            <a:r>
              <a:rPr lang="en-US" altLang="ja-JP">
                <a:latin typeface="Meiryo UI" charset="0"/>
                <a:ea typeface="Meiryo UI" charset="0"/>
              </a:rPr>
              <a:t>Releational DataBase Management System </a:t>
            </a:r>
            <a:r>
              <a:rPr lang="ja-JP" altLang="en-US">
                <a:latin typeface="Meiryo UI" charset="0"/>
                <a:ea typeface="Meiryo UI" charset="0"/>
              </a:rPr>
              <a:t>の略</a:t>
            </a:r>
            <a:endParaRPr lang="en-US" altLang="ja-JP" b="1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lang="ja-JP" altLang="en-US">
                <a:latin typeface="Meiryo UI" charset="0"/>
                <a:ea typeface="Meiryo UI" charset="0"/>
              </a:rPr>
              <a:t>　　リレーショナルデータベース</a:t>
            </a:r>
            <a:r>
              <a:rPr lang="en-US" altLang="ja-JP">
                <a:latin typeface="Meiryo UI" charset="0"/>
                <a:ea typeface="Meiryo UI" charset="0"/>
              </a:rPr>
              <a:t>(RDB) </a:t>
            </a:r>
            <a:r>
              <a:rPr lang="ja-JP" altLang="en-US">
                <a:latin typeface="Meiryo UI" charset="0"/>
                <a:ea typeface="Meiryo UI" charset="0"/>
              </a:rPr>
              <a:t>を管理するソフトウェアを意味する。</a:t>
            </a:r>
          </a:p>
          <a:p>
            <a:pPr marL="45720" indent="0">
              <a:buNone/>
            </a:pPr>
            <a:r>
              <a:rPr lang="ja-JP" altLang="en-US">
                <a:latin typeface="Meiryo UI" charset="0"/>
                <a:ea typeface="Meiryo UI" charset="0"/>
              </a:rPr>
              <a:t>   </a:t>
            </a:r>
          </a:p>
          <a:p>
            <a:pPr marL="45720" indent="0">
              <a:buNone/>
            </a:pPr>
            <a:r>
              <a:rPr lang="ja-JP" altLang="en-US">
                <a:latin typeface="Meiryo UI" charset="0"/>
                <a:ea typeface="Meiryo UI" charset="0"/>
              </a:rPr>
              <a:t>   代表的なものとして以下が存在する。 </a:t>
            </a:r>
          </a:p>
          <a:p>
            <a:pPr marL="45720" indent="0">
              <a:buNone/>
            </a:pPr>
            <a:r>
              <a:rPr lang="ja-JP" altLang="en-US">
                <a:latin typeface="Meiryo UI" charset="0"/>
                <a:ea typeface="Meiryo UI" charset="0"/>
              </a:rPr>
              <a:t>       </a:t>
            </a:r>
            <a:r>
              <a:rPr lang="en-US" altLang="ja-JP">
                <a:latin typeface="Meiryo UI" charset="0"/>
                <a:ea typeface="Meiryo UI" charset="0"/>
              </a:rPr>
              <a:t>Oracle</a:t>
            </a:r>
            <a:r>
              <a:rPr lang="ja-JP" altLang="en-US">
                <a:latin typeface="Meiryo UI" charset="0"/>
                <a:ea typeface="Meiryo UI" charset="0"/>
              </a:rPr>
              <a:t>　</a:t>
            </a:r>
            <a:r>
              <a:rPr lang="en-US" altLang="ja-JP">
                <a:latin typeface="Meiryo UI" charset="0"/>
                <a:ea typeface="Meiryo UI" charset="0"/>
              </a:rPr>
              <a:t>/ DB2 / SQL</a:t>
            </a:r>
            <a:r>
              <a:rPr lang="ja-JP" altLang="en-US">
                <a:latin typeface="Meiryo UI" charset="0"/>
                <a:ea typeface="Meiryo UI" charset="0"/>
              </a:rPr>
              <a:t> </a:t>
            </a:r>
            <a:r>
              <a:rPr lang="en-US" altLang="ja-JP">
                <a:latin typeface="Meiryo UI" charset="0"/>
                <a:ea typeface="Meiryo UI" charset="0"/>
              </a:rPr>
              <a:t>Sever / My SQL / PostgreSQL</a:t>
            </a:r>
            <a:r>
              <a:rPr lang="ja-JP" altLang="en-US">
                <a:latin typeface="Meiryo UI" charset="0"/>
                <a:ea typeface="Meiryo UI" charset="0"/>
              </a:rPr>
              <a:t>など</a:t>
            </a:r>
            <a:endParaRPr lang="en-US" altLang="ja-JP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lang="ja-JP" altLang="en-US">
                <a:latin typeface="Meiryo UI" charset="0"/>
                <a:ea typeface="Meiryo UI" charset="0"/>
              </a:rPr>
              <a:t>　  </a:t>
            </a:r>
          </a:p>
          <a:p>
            <a:pPr marL="45720" indent="0">
              <a:buNone/>
            </a:pPr>
            <a:r>
              <a:rPr lang="ja-JP" altLang="en-US">
                <a:latin typeface="Meiryo UI" charset="0"/>
                <a:ea typeface="Meiryo UI" charset="0"/>
              </a:rPr>
              <a:t>    </a:t>
            </a:r>
            <a:r>
              <a:rPr lang="en-US" altLang="ja-JP">
                <a:latin typeface="Meiryo UI" charset="0"/>
                <a:ea typeface="Meiryo UI" charset="0"/>
              </a:rPr>
              <a:t>RDBMS</a:t>
            </a:r>
            <a:r>
              <a:rPr lang="ja-JP" altLang="en-US">
                <a:latin typeface="Meiryo UI" charset="0"/>
                <a:ea typeface="Meiryo UI" charset="0"/>
              </a:rPr>
              <a:t>に命令する言語として</a:t>
            </a:r>
            <a:r>
              <a:rPr lang="en-US" altLang="ja-JP">
                <a:latin typeface="Meiryo UI" charset="0"/>
                <a:ea typeface="Meiryo UI" charset="0"/>
              </a:rPr>
              <a:t>SQL(Structured Query Language)</a:t>
            </a:r>
            <a:r>
              <a:rPr lang="ja-JP" altLang="en-US">
                <a:latin typeface="Meiryo UI" charset="0"/>
                <a:ea typeface="Meiryo UI" charset="0"/>
              </a:rPr>
              <a:t>が存在する。</a:t>
            </a:r>
          </a:p>
        </p:txBody>
      </p:sp>
    </p:spTree>
    <p:extLst>
      <p:ext uri="{BB962C8B-B14F-4D97-AF65-F5344CB8AC3E}">
        <p14:creationId xmlns:p14="http://schemas.microsoft.com/office/powerpoint/2010/main" val="2824916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>
          <a:xfrm>
            <a:off x="1065213" y="673624"/>
            <a:ext cx="9752012" cy="5458889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kumimoji="1" lang="en-US" altLang="ja-JP" b="1" dirty="0">
                <a:latin typeface="Meiryo UI" charset="0"/>
                <a:ea typeface="Meiryo UI" charset="0"/>
              </a:rPr>
              <a:t>SQL</a:t>
            </a:r>
            <a:r>
              <a:rPr kumimoji="1" lang="ja-JP" altLang="en-US" b="1" dirty="0">
                <a:latin typeface="Meiryo UI" charset="0"/>
                <a:ea typeface="Meiryo UI" charset="0"/>
              </a:rPr>
              <a:t>とは？</a:t>
            </a:r>
            <a:endParaRPr kumimoji="1" lang="en-US" altLang="ja-JP" b="1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 b="1" dirty="0">
                <a:latin typeface="Meiryo UI" charset="0"/>
                <a:ea typeface="Meiryo UI" charset="0"/>
              </a:rPr>
              <a:t>　　</a:t>
            </a:r>
            <a:r>
              <a:rPr kumimoji="1" lang="en-US" altLang="ja-JP" dirty="0">
                <a:latin typeface="Meiryo UI" charset="0"/>
                <a:ea typeface="Meiryo UI" charset="0"/>
              </a:rPr>
              <a:t>Structured Query Language </a:t>
            </a:r>
            <a:r>
              <a:rPr kumimoji="1" lang="ja-JP" altLang="en-US" dirty="0">
                <a:latin typeface="Meiryo UI" charset="0"/>
                <a:ea typeface="Meiryo UI" charset="0"/>
              </a:rPr>
              <a:t>の略称。</a:t>
            </a:r>
            <a:endParaRPr kumimoji="1" lang="en-US" altLang="ja-JP" b="1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 dirty="0">
                <a:latin typeface="Meiryo UI" charset="0"/>
                <a:ea typeface="Meiryo UI" charset="0"/>
              </a:rPr>
              <a:t>　　</a:t>
            </a:r>
            <a:r>
              <a:rPr kumimoji="1" lang="en-US" altLang="ja-JP" dirty="0">
                <a:latin typeface="Meiryo UI" charset="0"/>
                <a:ea typeface="Meiryo UI" charset="0"/>
              </a:rPr>
              <a:t>SQL</a:t>
            </a:r>
            <a:r>
              <a:rPr kumimoji="1" lang="ja-JP" altLang="en-US" dirty="0">
                <a:latin typeface="Meiryo UI" charset="0"/>
                <a:ea typeface="Meiryo UI" charset="0"/>
              </a:rPr>
              <a:t>は</a:t>
            </a:r>
            <a:r>
              <a:rPr kumimoji="1" lang="en-US" altLang="ja-JP" dirty="0">
                <a:latin typeface="Meiryo UI" charset="0"/>
                <a:ea typeface="Meiryo UI" charset="0"/>
              </a:rPr>
              <a:t>RDB</a:t>
            </a:r>
            <a:r>
              <a:rPr kumimoji="1" lang="ja-JP" altLang="en-US" dirty="0">
                <a:latin typeface="Meiryo UI" charset="0"/>
                <a:ea typeface="Meiryo UI" charset="0"/>
              </a:rPr>
              <a:t>を操作するために、</a:t>
            </a:r>
            <a:r>
              <a:rPr kumimoji="1" lang="en-US" altLang="ja-JP" dirty="0">
                <a:latin typeface="Meiryo UI" charset="0"/>
                <a:ea typeface="Meiryo UI" charset="0"/>
              </a:rPr>
              <a:t>RDBMS</a:t>
            </a:r>
            <a:r>
              <a:rPr kumimoji="1" lang="ja-JP" altLang="en-US" dirty="0">
                <a:latin typeface="Meiryo UI" charset="0"/>
                <a:ea typeface="Meiryo UI" charset="0"/>
              </a:rPr>
              <a:t>に対して命令するための言語である。</a:t>
            </a:r>
          </a:p>
          <a:p>
            <a:pPr marL="45720" indent="0">
              <a:buNone/>
            </a:pPr>
            <a:endParaRPr kumimoji="1" lang="ja-JP" altLang="en-US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en-US" altLang="ja-JP" b="1" dirty="0">
                <a:latin typeface="Meiryo UI" charset="0"/>
                <a:ea typeface="Meiryo UI" charset="0"/>
              </a:rPr>
              <a:t>SQL</a:t>
            </a:r>
            <a:r>
              <a:rPr kumimoji="1" lang="ja-JP" altLang="en-US" b="1" dirty="0" err="1">
                <a:latin typeface="Meiryo UI" charset="0"/>
                <a:ea typeface="Meiryo UI" charset="0"/>
              </a:rPr>
              <a:t>で</a:t>
            </a:r>
            <a:r>
              <a:rPr kumimoji="1" lang="ja-JP" altLang="en-US" b="1" dirty="0">
                <a:latin typeface="Meiryo UI" charset="0"/>
                <a:ea typeface="Meiryo UI" charset="0"/>
              </a:rPr>
              <a:t>できること</a:t>
            </a:r>
          </a:p>
          <a:p>
            <a:pPr marL="45720" indent="0">
              <a:buNone/>
            </a:pPr>
            <a:r>
              <a:rPr kumimoji="1" lang="ja-JP" altLang="en-US" b="1" dirty="0">
                <a:latin typeface="Meiryo UI" charset="0"/>
                <a:ea typeface="Meiryo UI" charset="0"/>
              </a:rPr>
              <a:t>　</a:t>
            </a:r>
            <a:r>
              <a:rPr kumimoji="1" lang="ja-JP" altLang="en-US" dirty="0">
                <a:latin typeface="Meiryo UI" charset="0"/>
                <a:ea typeface="Meiryo UI" charset="0"/>
              </a:rPr>
              <a:t>　</a:t>
            </a:r>
            <a:r>
              <a:rPr kumimoji="1" lang="ja-JP" altLang="en-US" u="sng" dirty="0">
                <a:latin typeface="Meiryo UI" charset="0"/>
                <a:ea typeface="Meiryo UI" charset="0"/>
              </a:rPr>
              <a:t>データの取得</a:t>
            </a:r>
            <a:r>
              <a:rPr kumimoji="1" lang="ja-JP" altLang="en-US" dirty="0">
                <a:latin typeface="Meiryo UI" charset="0"/>
                <a:ea typeface="Meiryo UI" charset="0"/>
              </a:rPr>
              <a:t>　　：テーブルから特定のデータを取り出す。</a:t>
            </a:r>
          </a:p>
          <a:p>
            <a:pPr marL="45720" indent="0">
              <a:buNone/>
            </a:pPr>
            <a:endParaRPr kumimoji="1" lang="ja-JP" altLang="en-US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 dirty="0">
                <a:latin typeface="Meiryo UI" charset="0"/>
                <a:ea typeface="Meiryo UI" charset="0"/>
              </a:rPr>
              <a:t>　　</a:t>
            </a:r>
            <a:r>
              <a:rPr kumimoji="1" lang="ja-JP" altLang="en-US" u="sng" dirty="0">
                <a:latin typeface="Meiryo UI" charset="0"/>
                <a:ea typeface="Meiryo UI" charset="0"/>
              </a:rPr>
              <a:t>データの操作</a:t>
            </a:r>
            <a:r>
              <a:rPr kumimoji="1" lang="ja-JP" altLang="en-US" dirty="0">
                <a:latin typeface="Meiryo UI" charset="0"/>
                <a:ea typeface="Meiryo UI" charset="0"/>
              </a:rPr>
              <a:t>　　：既存のテーブルに新しいデータ</a:t>
            </a:r>
            <a:r>
              <a:rPr kumimoji="1" lang="en-US" altLang="ja-JP" dirty="0">
                <a:latin typeface="Meiryo UI" charset="0"/>
                <a:ea typeface="Meiryo UI" charset="0"/>
              </a:rPr>
              <a:t>(</a:t>
            </a:r>
            <a:r>
              <a:rPr kumimoji="1" lang="ja-JP" altLang="en-US" dirty="0">
                <a:latin typeface="Meiryo UI" charset="0"/>
                <a:ea typeface="Meiryo UI" charset="0"/>
              </a:rPr>
              <a:t>行</a:t>
            </a:r>
            <a:r>
              <a:rPr kumimoji="1" lang="en-US" altLang="ja-JP" dirty="0">
                <a:latin typeface="Meiryo UI" charset="0"/>
                <a:ea typeface="Meiryo UI" charset="0"/>
              </a:rPr>
              <a:t>)</a:t>
            </a:r>
            <a:r>
              <a:rPr kumimoji="1" lang="ja-JP" altLang="en-US" dirty="0">
                <a:latin typeface="Meiryo UI" charset="0"/>
                <a:ea typeface="Meiryo UI" charset="0"/>
              </a:rPr>
              <a:t>を追加したり、データの削除を行う。</a:t>
            </a:r>
          </a:p>
          <a:p>
            <a:pPr marL="45720" indent="0">
              <a:buNone/>
            </a:pPr>
            <a:r>
              <a:rPr kumimoji="1" lang="ja-JP" altLang="en-US" dirty="0">
                <a:latin typeface="Meiryo UI" charset="0"/>
                <a:ea typeface="Meiryo UI" charset="0"/>
              </a:rPr>
              <a:t>　　　　　　　　　　　　　また、既に存在しているデータの内容を更新する。</a:t>
            </a:r>
          </a:p>
          <a:p>
            <a:pPr marL="45720" indent="0">
              <a:buNone/>
            </a:pPr>
            <a:r>
              <a:rPr kumimoji="1" lang="ja-JP" altLang="en-US" dirty="0">
                <a:latin typeface="Meiryo UI" charset="0"/>
                <a:ea typeface="Meiryo UI" charset="0"/>
              </a:rPr>
              <a:t>　　</a:t>
            </a:r>
            <a:r>
              <a:rPr kumimoji="1" lang="en-US" altLang="ja-JP" u="sng" dirty="0">
                <a:latin typeface="Meiryo UI" charset="0"/>
                <a:ea typeface="Meiryo UI" charset="0"/>
              </a:rPr>
              <a:t>DB</a:t>
            </a:r>
            <a:r>
              <a:rPr kumimoji="1" lang="ja-JP" altLang="en-US" u="sng" dirty="0">
                <a:latin typeface="Meiryo UI" charset="0"/>
                <a:ea typeface="Meiryo UI" charset="0"/>
              </a:rPr>
              <a:t>や表の作成</a:t>
            </a:r>
            <a:r>
              <a:rPr kumimoji="1" lang="ja-JP" altLang="en-US" dirty="0">
                <a:latin typeface="Meiryo UI" charset="0"/>
                <a:ea typeface="Meiryo UI" charset="0"/>
              </a:rPr>
              <a:t> ：　新しい</a:t>
            </a:r>
            <a:r>
              <a:rPr kumimoji="1" lang="en-US" altLang="ja-JP" dirty="0">
                <a:latin typeface="Meiryo UI" charset="0"/>
                <a:ea typeface="Meiryo UI" charset="0"/>
              </a:rPr>
              <a:t>DB</a:t>
            </a:r>
            <a:r>
              <a:rPr kumimoji="1" lang="ja-JP" altLang="en-US" dirty="0">
                <a:latin typeface="Meiryo UI" charset="0"/>
                <a:ea typeface="Meiryo UI" charset="0"/>
              </a:rPr>
              <a:t>やテーブルを作成する。</a:t>
            </a:r>
            <a:r>
              <a:rPr kumimoji="1" lang="en-US" altLang="ja-JP" dirty="0">
                <a:latin typeface="Meiryo UI" charset="0"/>
                <a:ea typeface="Meiryo UI" charset="0"/>
              </a:rPr>
              <a:t> </a:t>
            </a:r>
            <a:r>
              <a:rPr kumimoji="1" lang="ja-JP" altLang="en-US" dirty="0">
                <a:latin typeface="Meiryo UI" charset="0"/>
                <a:ea typeface="Meiryo UI" charset="0"/>
              </a:rPr>
              <a:t>　</a:t>
            </a:r>
            <a:endParaRPr kumimoji="1" lang="ja-JP" dirty="0">
              <a:latin typeface="Meiryo UI" charset="0"/>
              <a:ea typeface="Meiryo U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2101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/>
          <p:cNvSpPr>
            <a:spLocks noGrp="1"/>
          </p:cNvSpPr>
          <p:nvPr>
            <p:ph sz="half" idx="1"/>
          </p:nvPr>
        </p:nvSpPr>
        <p:spPr>
          <a:xfrm>
            <a:off x="963204" y="1222090"/>
            <a:ext cx="9199562" cy="4933415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kumimoji="1" lang="ja-JP" altLang="en-US" b="1">
                <a:latin typeface="Meiryo UI" charset="0"/>
                <a:ea typeface="Meiryo UI" charset="0"/>
              </a:rPr>
              <a:t>①</a:t>
            </a:r>
            <a:r>
              <a:rPr kumimoji="1" lang="en-US" altLang="ja-JP" b="1">
                <a:latin typeface="Meiryo UI" charset="0"/>
                <a:ea typeface="Meiryo UI" charset="0"/>
              </a:rPr>
              <a:t>SELECT</a:t>
            </a:r>
            <a:r>
              <a:rPr kumimoji="1" lang="ja-JP" altLang="en-US" b="1">
                <a:latin typeface="Meiryo UI" charset="0"/>
                <a:ea typeface="Meiryo UI" charset="0"/>
              </a:rPr>
              <a:t>文</a:t>
            </a: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テーブルからデータを取り出すには、「</a:t>
            </a:r>
            <a:r>
              <a:rPr kumimoji="1" lang="en-US" altLang="ja-JP" b="1">
                <a:latin typeface="Meiryo UI" charset="0"/>
                <a:ea typeface="Meiryo UI" charset="0"/>
              </a:rPr>
              <a:t>SELECT</a:t>
            </a:r>
            <a:r>
              <a:rPr kumimoji="1" lang="ja-JP" altLang="en-US" b="1">
                <a:latin typeface="Meiryo UI" charset="0"/>
                <a:ea typeface="Meiryo UI" charset="0"/>
              </a:rPr>
              <a:t>文</a:t>
            </a:r>
            <a:r>
              <a:rPr kumimoji="1" lang="ja-JP" altLang="en-US">
                <a:latin typeface="Meiryo UI" charset="0"/>
                <a:ea typeface="Meiryo UI" charset="0"/>
              </a:rPr>
              <a:t>」を使用する。</a:t>
            </a:r>
          </a:p>
          <a:p>
            <a:pPr marL="45720" indent="0">
              <a:buNone/>
            </a:pPr>
            <a:endParaRPr kumimoji="1" lang="ja-JP" altLang="en-US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kumimoji="1" lang="ja-JP" altLang="en-US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kumimoji="1" lang="ja-JP" altLang="en-US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  </a:t>
            </a:r>
            <a:r>
              <a:rPr kumimoji="1" lang="en-US" altLang="ja-JP">
                <a:latin typeface="Meiryo UI" charset="0"/>
                <a:ea typeface="Meiryo UI" charset="0"/>
              </a:rPr>
              <a:t>(a) SELECT </a:t>
            </a:r>
            <a:r>
              <a:rPr kumimoji="1" lang="ja-JP" altLang="en-US">
                <a:latin typeface="Meiryo UI" charset="0"/>
                <a:ea typeface="Meiryo UI" charset="0"/>
              </a:rPr>
              <a:t>句</a:t>
            </a: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　 ・テーブルから取り出したい列をカンマ区切りで指定する。</a:t>
            </a: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　　　</a:t>
            </a:r>
            <a:r>
              <a:rPr kumimoji="1" lang="en-US" altLang="ja-JP">
                <a:latin typeface="Meiryo UI" charset="0"/>
                <a:ea typeface="Meiryo UI" charset="0"/>
              </a:rPr>
              <a:t>(</a:t>
            </a:r>
            <a:r>
              <a:rPr kumimoji="1" lang="ja-JP" altLang="en-US">
                <a:latin typeface="Meiryo UI" charset="0"/>
                <a:ea typeface="Meiryo UI" charset="0"/>
              </a:rPr>
              <a:t>全ての列を取り出したい場合、「*」を指定することも可能。</a:t>
            </a:r>
            <a:r>
              <a:rPr kumimoji="1" lang="en-US" altLang="ja-JP">
                <a:latin typeface="Meiryo UI" charset="0"/>
                <a:ea typeface="Meiryo UI" charset="0"/>
              </a:rPr>
              <a:t>)</a:t>
            </a:r>
            <a:endParaRPr kumimoji="1" lang="ja-JP" altLang="en-US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</a:t>
            </a:r>
            <a:r>
              <a:rPr kumimoji="1" lang="en-US" altLang="ja-JP">
                <a:latin typeface="Meiryo UI" charset="0"/>
                <a:ea typeface="Meiryo UI" charset="0"/>
              </a:rPr>
              <a:t>(b) FROM</a:t>
            </a:r>
            <a:r>
              <a:rPr kumimoji="1" lang="ja-JP" altLang="en-US">
                <a:latin typeface="Meiryo UI" charset="0"/>
                <a:ea typeface="Meiryo UI" charset="0"/>
              </a:rPr>
              <a:t>句</a:t>
            </a: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　 ・データの取り出す元となるテーブルを指定する。</a:t>
            </a:r>
            <a:endParaRPr kumimoji="1" lang="ja-JP">
              <a:latin typeface="Meiryo UI" charset="0"/>
              <a:ea typeface="Meiryo UI" charset="0"/>
            </a:endParaRPr>
          </a:p>
        </p:txBody>
      </p:sp>
      <p:sp>
        <p:nvSpPr>
          <p:cNvPr id="13" name="タイトル 12"/>
          <p:cNvSpPr>
            <a:spLocks noGrp="1"/>
          </p:cNvSpPr>
          <p:nvPr>
            <p:ph type="title"/>
          </p:nvPr>
        </p:nvSpPr>
        <p:spPr>
          <a:xfrm>
            <a:off x="1065213" y="533400"/>
            <a:ext cx="8686800" cy="538529"/>
          </a:xfrm>
        </p:spPr>
        <p:txBody>
          <a:bodyPr/>
          <a:lstStyle/>
          <a:p>
            <a:r>
              <a:rPr kumimoji="1" lang="en-US" altLang="ja-JP" sz="2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2 .SQL</a:t>
            </a:r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の基礎</a:t>
            </a:r>
            <a:endParaRPr kumimoji="1" lang="ja-JP" sz="28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609725" y="2286000"/>
            <a:ext cx="7192795" cy="13843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spAutoFit/>
          </a:bodyPr>
          <a:lstStyle/>
          <a:p>
            <a:endParaRPr lang="en-US" altLang="ja-JP">
              <a:latin typeface="Meiryo UI"/>
              <a:ea typeface="Meiryo UI"/>
            </a:endParaRPr>
          </a:p>
          <a:p>
            <a:r>
              <a:rPr lang="ja-JP" altLang="en-US">
                <a:latin typeface="Meiryo UI"/>
                <a:ea typeface="Meiryo UI"/>
              </a:rPr>
              <a:t>　　</a:t>
            </a:r>
            <a:r>
              <a:rPr lang="en-US" altLang="ja-JP" sz="2400" b="1">
                <a:solidFill>
                  <a:srgbClr val="0082B3"/>
                </a:solidFill>
                <a:latin typeface="Meiryo UI"/>
                <a:ea typeface="Meiryo UI"/>
              </a:rPr>
              <a:t>SELECT</a:t>
            </a:r>
            <a:r>
              <a:rPr lang="en-US" altLang="ja-JP" sz="2400">
                <a:solidFill>
                  <a:srgbClr val="0082B3"/>
                </a:solidFill>
                <a:latin typeface="Meiryo UI"/>
                <a:ea typeface="Meiryo UI"/>
              </a:rPr>
              <a:t> </a:t>
            </a:r>
            <a:r>
              <a:rPr lang="ja-JP" altLang="en-US" sz="2400">
                <a:latin typeface="Meiryo UI"/>
                <a:ea typeface="Meiryo UI"/>
              </a:rPr>
              <a:t>列名 </a:t>
            </a:r>
            <a:r>
              <a:rPr lang="en-US" altLang="ja-JP" sz="2400">
                <a:latin typeface="Meiryo UI"/>
                <a:ea typeface="Meiryo UI"/>
              </a:rPr>
              <a:t>[,</a:t>
            </a:r>
            <a:r>
              <a:rPr lang="ja-JP" altLang="en-US" sz="2400">
                <a:latin typeface="Meiryo UI"/>
                <a:ea typeface="Meiryo UI"/>
              </a:rPr>
              <a:t>列名</a:t>
            </a:r>
            <a:r>
              <a:rPr lang="en-US" altLang="ja-JP" sz="2400">
                <a:latin typeface="Meiryo UI"/>
                <a:ea typeface="Meiryo UI"/>
              </a:rPr>
              <a:t>] </a:t>
            </a:r>
            <a:r>
              <a:rPr lang="en-US" altLang="ja-JP" sz="2400" b="1">
                <a:solidFill>
                  <a:srgbClr val="0082B3"/>
                </a:solidFill>
                <a:latin typeface="Meiryo UI"/>
                <a:ea typeface="Meiryo UI"/>
              </a:rPr>
              <a:t>FROM</a:t>
            </a:r>
            <a:r>
              <a:rPr lang="en-US" altLang="ja-JP" sz="2400">
                <a:solidFill>
                  <a:srgbClr val="0082B3"/>
                </a:solidFill>
                <a:latin typeface="Meiryo UI"/>
                <a:ea typeface="Meiryo UI"/>
              </a:rPr>
              <a:t> </a:t>
            </a:r>
            <a:r>
              <a:rPr lang="ja-JP" altLang="en-US" sz="2400">
                <a:latin typeface="Meiryo UI"/>
                <a:ea typeface="Meiryo UI"/>
              </a:rPr>
              <a:t>テーブル名</a:t>
            </a:r>
          </a:p>
          <a:p>
            <a:r>
              <a:rPr lang="en-US" altLang="ja-JP">
                <a:latin typeface="Meiryo UI"/>
                <a:ea typeface="Meiryo UI"/>
              </a:rPr>
              <a:t>     (</a:t>
            </a:r>
            <a:r>
              <a:rPr lang="ja-JP" altLang="en-US">
                <a:latin typeface="Meiryo UI"/>
                <a:ea typeface="Meiryo UI"/>
              </a:rPr>
              <a:t>ａ</a:t>
            </a:r>
            <a:r>
              <a:rPr lang="en-US" altLang="ja-JP">
                <a:latin typeface="Meiryo UI"/>
                <a:ea typeface="Meiryo UI"/>
              </a:rPr>
              <a:t>)</a:t>
            </a:r>
            <a:r>
              <a:rPr lang="ja-JP" altLang="en-US">
                <a:latin typeface="Meiryo UI"/>
                <a:ea typeface="Meiryo UI"/>
              </a:rPr>
              <a:t>　　　　　　　　　　　　　　　　　</a:t>
            </a:r>
            <a:r>
              <a:rPr lang="en-US" altLang="ja-JP">
                <a:latin typeface="Meiryo UI"/>
                <a:ea typeface="Meiryo UI"/>
              </a:rPr>
              <a:t> </a:t>
            </a:r>
            <a:r>
              <a:rPr lang="ja-JP" altLang="en-US">
                <a:latin typeface="Meiryo UI"/>
                <a:ea typeface="Meiryo UI"/>
              </a:rPr>
              <a:t>（ｂ）</a:t>
            </a:r>
          </a:p>
          <a:p>
            <a:r>
              <a:rPr lang="ja-JP" altLang="en-US" sz="2400">
                <a:latin typeface="Meiryo UI"/>
                <a:ea typeface="Meiryo UI"/>
              </a:rPr>
              <a:t>　　</a:t>
            </a:r>
          </a:p>
        </p:txBody>
      </p:sp>
      <p:cxnSp>
        <p:nvCxnSpPr>
          <p:cNvPr id="17" name="直線矢印コネクタ 16"/>
          <p:cNvCxnSpPr/>
          <p:nvPr/>
        </p:nvCxnSpPr>
        <p:spPr>
          <a:xfrm>
            <a:off x="5088274" y="2990505"/>
            <a:ext cx="2395305" cy="10906"/>
          </a:xfrm>
          <a:prstGeom prst="straightConnector1">
            <a:avLst/>
          </a:prstGeom>
          <a:ln w="57150">
            <a:headEnd type="none"/>
            <a:tailEnd type="non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8" name="直線矢印コネクタ 7"/>
          <p:cNvCxnSpPr/>
          <p:nvPr/>
        </p:nvCxnSpPr>
        <p:spPr>
          <a:xfrm>
            <a:off x="1997947" y="2976128"/>
            <a:ext cx="2992627" cy="10906"/>
          </a:xfrm>
          <a:prstGeom prst="straightConnector1">
            <a:avLst/>
          </a:prstGeom>
          <a:ln w="57150">
            <a:headEnd type="none"/>
            <a:tailEnd type="non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6718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/>
          <p:cNvSpPr>
            <a:spLocks noGrp="1"/>
          </p:cNvSpPr>
          <p:nvPr>
            <p:ph sz="half" idx="1"/>
          </p:nvPr>
        </p:nvSpPr>
        <p:spPr>
          <a:xfrm>
            <a:off x="1065213" y="637809"/>
            <a:ext cx="9199562" cy="5521691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kumimoji="1" lang="en-US" altLang="ja-JP" b="1">
                <a:latin typeface="Meiryo UI" charset="0"/>
                <a:ea typeface="Meiryo UI" charset="0"/>
              </a:rPr>
              <a:t>【</a:t>
            </a:r>
            <a:r>
              <a:rPr kumimoji="1" lang="ja-JP" altLang="en-US" b="1">
                <a:latin typeface="Meiryo UI" charset="0"/>
                <a:ea typeface="Meiryo UI" charset="0"/>
              </a:rPr>
              <a:t>特定のデータを取り出す</a:t>
            </a:r>
            <a:r>
              <a:rPr kumimoji="1" lang="en-US" altLang="ja-JP" b="1">
                <a:latin typeface="Meiryo UI" charset="0"/>
                <a:ea typeface="Meiryo UI" charset="0"/>
              </a:rPr>
              <a:t>】</a:t>
            </a:r>
            <a:endParaRPr kumimoji="1" lang="ja-JP" altLang="en-US" b="1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kumimoji="1" lang="ja-JP" altLang="en-US" b="1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テーブルから特定データのみ取り出すには、</a:t>
            </a:r>
            <a:r>
              <a:rPr kumimoji="1" lang="en-US" altLang="ja-JP">
                <a:latin typeface="Meiryo UI" charset="0"/>
                <a:ea typeface="Meiryo UI" charset="0"/>
              </a:rPr>
              <a:t>SELECT</a:t>
            </a:r>
            <a:r>
              <a:rPr kumimoji="1" lang="ja-JP" altLang="en-US">
                <a:latin typeface="Meiryo UI" charset="0"/>
                <a:ea typeface="Meiryo UI" charset="0"/>
              </a:rPr>
              <a:t>文に条件</a:t>
            </a:r>
            <a:r>
              <a:rPr kumimoji="1" lang="en-US" altLang="ja-JP">
                <a:latin typeface="Meiryo UI" charset="0"/>
                <a:ea typeface="Meiryo UI" charset="0"/>
              </a:rPr>
              <a:t>(</a:t>
            </a:r>
            <a:r>
              <a:rPr kumimoji="1" lang="en-US" altLang="ja-JP" b="1">
                <a:latin typeface="Meiryo UI" charset="0"/>
                <a:ea typeface="Meiryo UI" charset="0"/>
              </a:rPr>
              <a:t>WHERE</a:t>
            </a:r>
            <a:r>
              <a:rPr kumimoji="1" lang="ja-JP" altLang="en-US" b="1">
                <a:latin typeface="Meiryo UI" charset="0"/>
                <a:ea typeface="Meiryo UI" charset="0"/>
              </a:rPr>
              <a:t>句</a:t>
            </a:r>
            <a:r>
              <a:rPr kumimoji="1" lang="en-US" altLang="ja-JP" b="1">
                <a:latin typeface="Meiryo UI" charset="0"/>
                <a:ea typeface="Meiryo UI" charset="0"/>
              </a:rPr>
              <a:t>)</a:t>
            </a:r>
            <a:r>
              <a:rPr kumimoji="1" lang="ja-JP" altLang="en-US">
                <a:latin typeface="Meiryo UI" charset="0"/>
                <a:ea typeface="Meiryo UI" charset="0"/>
              </a:rPr>
              <a:t>を</a:t>
            </a: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    指定する。</a:t>
            </a: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</a:t>
            </a:r>
          </a:p>
          <a:p>
            <a:pPr marL="45720" indent="0">
              <a:buNone/>
            </a:pPr>
            <a:endParaRPr kumimoji="1" lang="ja-JP" altLang="en-US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kumimoji="1" lang="ja-JP" altLang="en-US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</a:t>
            </a:r>
            <a:r>
              <a:rPr kumimoji="1" lang="en-US" altLang="ja-JP">
                <a:latin typeface="Meiryo UI" charset="0"/>
                <a:ea typeface="Meiryo UI" charset="0"/>
              </a:rPr>
              <a:t>(c) WHERE</a:t>
            </a:r>
            <a:r>
              <a:rPr kumimoji="1" lang="ja-JP" altLang="en-US">
                <a:latin typeface="Meiryo UI" charset="0"/>
                <a:ea typeface="Meiryo UI" charset="0"/>
              </a:rPr>
              <a:t>句</a:t>
            </a: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　・テーブルから取り出したいデータの条件式を指定する。</a:t>
            </a: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　　　</a:t>
            </a:r>
            <a:endParaRPr kumimoji="1" lang="ja-JP">
              <a:latin typeface="Meiryo UI" charset="0"/>
              <a:ea typeface="Meiryo UI" charset="0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609859" y="2645448"/>
            <a:ext cx="7785688" cy="138499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spAutoFit/>
          </a:bodyPr>
          <a:lstStyle/>
          <a:p>
            <a:endParaRPr lang="en-US" altLang="ja-JP">
              <a:latin typeface="Meiryo UI"/>
              <a:ea typeface="Meiryo UI"/>
            </a:endParaRPr>
          </a:p>
          <a:p>
            <a:r>
              <a:rPr lang="ja-JP" altLang="en-US">
                <a:latin typeface="Meiryo UI"/>
                <a:ea typeface="Meiryo UI"/>
              </a:rPr>
              <a:t>　</a:t>
            </a:r>
            <a:r>
              <a:rPr lang="en-US" altLang="ja-JP" sz="2400" b="1">
                <a:solidFill>
                  <a:srgbClr val="0082B3"/>
                </a:solidFill>
                <a:latin typeface="Meiryo UI"/>
                <a:ea typeface="Meiryo UI"/>
              </a:rPr>
              <a:t>SELECT</a:t>
            </a:r>
            <a:r>
              <a:rPr lang="en-US" altLang="ja-JP" sz="2400">
                <a:solidFill>
                  <a:srgbClr val="0082B3"/>
                </a:solidFill>
                <a:latin typeface="Meiryo UI"/>
                <a:ea typeface="Meiryo UI"/>
              </a:rPr>
              <a:t> </a:t>
            </a:r>
            <a:r>
              <a:rPr lang="en-US" altLang="ja-JP" sz="2400">
                <a:solidFill>
                  <a:srgbClr val="000000"/>
                </a:solidFill>
                <a:latin typeface="Meiryo UI"/>
                <a:ea typeface="Meiryo UI"/>
              </a:rPr>
              <a:t>* </a:t>
            </a:r>
            <a:r>
              <a:rPr lang="en-US" altLang="ja-JP" sz="2400" b="1">
                <a:solidFill>
                  <a:srgbClr val="0082B3"/>
                </a:solidFill>
                <a:latin typeface="Meiryo UI"/>
                <a:ea typeface="Meiryo UI"/>
              </a:rPr>
              <a:t>FROM</a:t>
            </a:r>
            <a:r>
              <a:rPr lang="en-US" altLang="ja-JP" sz="2400">
                <a:solidFill>
                  <a:srgbClr val="0082B3"/>
                </a:solidFill>
                <a:latin typeface="Meiryo UI"/>
                <a:ea typeface="Meiryo UI"/>
              </a:rPr>
              <a:t> </a:t>
            </a:r>
            <a:r>
              <a:rPr lang="ja-JP" altLang="en-US" sz="2400">
                <a:latin typeface="Meiryo UI"/>
                <a:ea typeface="Meiryo UI"/>
              </a:rPr>
              <a:t>テーブル名</a:t>
            </a:r>
            <a:r>
              <a:rPr lang="en-US" altLang="ja-JP" sz="2400">
                <a:latin typeface="Meiryo UI"/>
                <a:ea typeface="Meiryo UI"/>
              </a:rPr>
              <a:t> </a:t>
            </a:r>
            <a:r>
              <a:rPr lang="en-US" altLang="ja-JP" sz="2400" b="1">
                <a:solidFill>
                  <a:srgbClr val="0070C0"/>
                </a:solidFill>
                <a:latin typeface="Meiryo UI"/>
                <a:ea typeface="Meiryo UI"/>
              </a:rPr>
              <a:t>WHERE</a:t>
            </a:r>
            <a:r>
              <a:rPr lang="en-US" altLang="ja-JP" sz="2400">
                <a:latin typeface="Meiryo UI"/>
                <a:ea typeface="Meiryo UI"/>
              </a:rPr>
              <a:t> </a:t>
            </a:r>
            <a:r>
              <a:rPr lang="ja-JP" altLang="en-US" sz="2400">
                <a:latin typeface="Meiryo UI"/>
                <a:ea typeface="Meiryo UI"/>
              </a:rPr>
              <a:t>列名 </a:t>
            </a:r>
            <a:r>
              <a:rPr lang="en-US" altLang="ja-JP" sz="2400">
                <a:latin typeface="Meiryo UI"/>
                <a:ea typeface="Meiryo UI"/>
              </a:rPr>
              <a:t>= '0001' </a:t>
            </a:r>
            <a:endParaRPr lang="ja-JP" altLang="en-US" sz="2400">
              <a:latin typeface="Meiryo UI"/>
              <a:ea typeface="Meiryo UI"/>
            </a:endParaRPr>
          </a:p>
          <a:p>
            <a:r>
              <a:rPr lang="en-US" altLang="ja-JP">
                <a:latin typeface="Meiryo UI"/>
                <a:ea typeface="Meiryo UI"/>
              </a:rPr>
              <a:t>                        </a:t>
            </a:r>
            <a:r>
              <a:rPr lang="ja-JP" altLang="en-US">
                <a:latin typeface="Meiryo UI"/>
                <a:ea typeface="Meiryo UI"/>
              </a:rPr>
              <a:t>　　　　　　　　　　　　　　</a:t>
            </a:r>
            <a:r>
              <a:rPr lang="en-US" altLang="ja-JP">
                <a:latin typeface="Meiryo UI"/>
                <a:ea typeface="Meiryo UI"/>
              </a:rPr>
              <a:t> </a:t>
            </a:r>
            <a:r>
              <a:rPr lang="ja-JP" altLang="en-US">
                <a:latin typeface="Meiryo UI"/>
                <a:ea typeface="Meiryo UI"/>
              </a:rPr>
              <a:t>（</a:t>
            </a:r>
            <a:r>
              <a:rPr lang="en-US" altLang="ja-JP">
                <a:latin typeface="Meiryo UI"/>
                <a:ea typeface="Meiryo UI"/>
              </a:rPr>
              <a:t>c</a:t>
            </a:r>
            <a:r>
              <a:rPr lang="ja-JP" altLang="en-US">
                <a:latin typeface="Meiryo UI"/>
                <a:ea typeface="Meiryo UI"/>
              </a:rPr>
              <a:t>）</a:t>
            </a:r>
          </a:p>
          <a:p>
            <a:r>
              <a:rPr lang="ja-JP" altLang="en-US" sz="2400">
                <a:latin typeface="Meiryo UI"/>
                <a:ea typeface="Meiryo UI"/>
              </a:rPr>
              <a:t>　　</a:t>
            </a:r>
          </a:p>
        </p:txBody>
      </p:sp>
      <p:cxnSp>
        <p:nvCxnSpPr>
          <p:cNvPr id="17" name="直線矢印コネクタ 16"/>
          <p:cNvCxnSpPr/>
          <p:nvPr/>
        </p:nvCxnSpPr>
        <p:spPr>
          <a:xfrm>
            <a:off x="5907570" y="3321184"/>
            <a:ext cx="3226875" cy="10906"/>
          </a:xfrm>
          <a:prstGeom prst="straightConnector1">
            <a:avLst/>
          </a:prstGeom>
          <a:ln w="57150">
            <a:headEnd type="none"/>
            <a:tailEnd type="non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4737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/>
          <p:cNvSpPr>
            <a:spLocks noGrp="1"/>
          </p:cNvSpPr>
          <p:nvPr>
            <p:ph sz="half" idx="1"/>
          </p:nvPr>
        </p:nvSpPr>
        <p:spPr>
          <a:xfrm>
            <a:off x="1065213" y="614442"/>
            <a:ext cx="9199562" cy="5545058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kumimoji="1" lang="en-US" altLang="ja-JP" b="1">
                <a:latin typeface="Meiryo UI" charset="0"/>
                <a:ea typeface="Meiryo UI" charset="0"/>
              </a:rPr>
              <a:t>【WHERE</a:t>
            </a:r>
            <a:r>
              <a:rPr kumimoji="1" lang="ja-JP" altLang="en-US" b="1">
                <a:latin typeface="Meiryo UI" charset="0"/>
                <a:ea typeface="Meiryo UI" charset="0"/>
              </a:rPr>
              <a:t>句</a:t>
            </a:r>
            <a:r>
              <a:rPr kumimoji="1" lang="en-US" altLang="ja-JP" b="1">
                <a:latin typeface="Meiryo UI" charset="0"/>
                <a:ea typeface="Meiryo UI" charset="0"/>
              </a:rPr>
              <a:t>】</a:t>
            </a:r>
            <a:endParaRPr kumimoji="1" lang="ja-JP" altLang="en-US" b="1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</a:t>
            </a:r>
            <a:r>
              <a:rPr kumimoji="1" lang="en-US" altLang="ja-JP">
                <a:latin typeface="Meiryo UI" charset="0"/>
                <a:ea typeface="Meiryo UI" charset="0"/>
              </a:rPr>
              <a:t>WHERE</a:t>
            </a:r>
            <a:r>
              <a:rPr kumimoji="1" lang="ja-JP" altLang="en-US">
                <a:latin typeface="Meiryo UI" charset="0"/>
                <a:ea typeface="Meiryo UI" charset="0"/>
              </a:rPr>
              <a:t>句に値や数値を演算子を使用して比較する条件式を作りデータを特定する。</a:t>
            </a:r>
          </a:p>
          <a:p>
            <a:pPr marL="45720" indent="0">
              <a:buNone/>
            </a:pPr>
            <a:endParaRPr kumimoji="1" lang="ja-JP" altLang="en-US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</a:t>
            </a:r>
            <a:r>
              <a:rPr kumimoji="1" lang="ja-JP" altLang="en-US" b="1" u="sng">
                <a:latin typeface="Meiryo UI" charset="0"/>
                <a:ea typeface="Meiryo UI" charset="0"/>
              </a:rPr>
              <a:t>比較演算子</a:t>
            </a:r>
          </a:p>
          <a:p>
            <a:pPr marL="45720" indent="0">
              <a:buNone/>
            </a:pPr>
            <a:r>
              <a:rPr kumimoji="1" lang="ja-JP" altLang="en-US" b="1">
                <a:latin typeface="Meiryo UI" charset="0"/>
                <a:ea typeface="Meiryo UI" charset="0"/>
              </a:rPr>
              <a:t>　　</a:t>
            </a:r>
            <a:r>
              <a:rPr kumimoji="1" lang="ja-JP" altLang="en-US">
                <a:latin typeface="Meiryo UI" charset="0"/>
                <a:ea typeface="Meiryo UI" charset="0"/>
              </a:rPr>
              <a:t>条件式で使用する演算子。演算の結果、条件が成立した場合、「</a:t>
            </a:r>
            <a:r>
              <a:rPr kumimoji="1" lang="en-US" altLang="ja-JP">
                <a:latin typeface="Meiryo UI" charset="0"/>
                <a:ea typeface="Meiryo UI" charset="0"/>
              </a:rPr>
              <a:t>TRUE(</a:t>
            </a:r>
            <a:r>
              <a:rPr kumimoji="1" lang="ja-JP" altLang="en-US">
                <a:latin typeface="Meiryo UI" charset="0"/>
                <a:ea typeface="Meiryo UI" charset="0"/>
              </a:rPr>
              <a:t>真</a:t>
            </a:r>
            <a:r>
              <a:rPr kumimoji="1" lang="en-US" altLang="ja-JP">
                <a:latin typeface="Meiryo UI" charset="0"/>
                <a:ea typeface="Meiryo UI" charset="0"/>
              </a:rPr>
              <a:t>)</a:t>
            </a:r>
            <a:r>
              <a:rPr kumimoji="1" lang="ja-JP" altLang="en-US">
                <a:latin typeface="Meiryo UI" charset="0"/>
                <a:ea typeface="Meiryo UI" charset="0"/>
              </a:rPr>
              <a:t>」、</a:t>
            </a: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成立しない場合「</a:t>
            </a:r>
            <a:r>
              <a:rPr kumimoji="1" lang="en-US" altLang="ja-JP">
                <a:latin typeface="Meiryo UI" charset="0"/>
                <a:ea typeface="Meiryo UI" charset="0"/>
              </a:rPr>
              <a:t>FALSE(</a:t>
            </a:r>
            <a:r>
              <a:rPr kumimoji="1" lang="ja-JP" altLang="en-US">
                <a:latin typeface="Meiryo UI" charset="0"/>
                <a:ea typeface="Meiryo UI" charset="0"/>
              </a:rPr>
              <a:t>偽</a:t>
            </a:r>
            <a:r>
              <a:rPr kumimoji="1" lang="en-US" altLang="ja-JP">
                <a:latin typeface="Meiryo UI" charset="0"/>
                <a:ea typeface="Meiryo UI" charset="0"/>
              </a:rPr>
              <a:t>)</a:t>
            </a:r>
            <a:r>
              <a:rPr kumimoji="1" lang="ja-JP" altLang="en-US">
                <a:latin typeface="Meiryo UI" charset="0"/>
                <a:ea typeface="Meiryo UI" charset="0"/>
              </a:rPr>
              <a:t>」と評価し、「</a:t>
            </a:r>
            <a:r>
              <a:rPr kumimoji="1" lang="en-US" altLang="ja-JP">
                <a:latin typeface="Meiryo UI" charset="0"/>
                <a:ea typeface="Meiryo UI" charset="0"/>
              </a:rPr>
              <a:t>TRUE</a:t>
            </a:r>
            <a:r>
              <a:rPr kumimoji="1" lang="ja-JP" altLang="en-US">
                <a:latin typeface="Meiryo UI" charset="0"/>
                <a:ea typeface="Meiryo UI" charset="0"/>
              </a:rPr>
              <a:t>」のデータのみを取り出す。</a:t>
            </a:r>
          </a:p>
        </p:txBody>
      </p:sp>
      <p:pic>
        <p:nvPicPr>
          <p:cNvPr id="4" name="図 3" descr="enzans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946" y="3640084"/>
            <a:ext cx="4338457" cy="2514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246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/>
          <p:cNvSpPr>
            <a:spLocks noGrp="1"/>
          </p:cNvSpPr>
          <p:nvPr>
            <p:ph sz="half" idx="1"/>
          </p:nvPr>
        </p:nvSpPr>
        <p:spPr>
          <a:xfrm>
            <a:off x="1065213" y="614442"/>
            <a:ext cx="9199562" cy="5545058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</a:t>
            </a:r>
            <a:r>
              <a:rPr kumimoji="1" lang="ja-JP" altLang="en-US" b="1" u="sng">
                <a:latin typeface="Meiryo UI" charset="0"/>
                <a:ea typeface="Meiryo UI" charset="0"/>
              </a:rPr>
              <a:t>論理演算子</a:t>
            </a:r>
          </a:p>
          <a:p>
            <a:pPr marL="45720" indent="0">
              <a:buNone/>
            </a:pPr>
            <a:r>
              <a:rPr kumimoji="1" lang="ja-JP" altLang="en-US" b="1">
                <a:latin typeface="Meiryo UI" charset="0"/>
                <a:ea typeface="Meiryo UI" charset="0"/>
              </a:rPr>
              <a:t>　　</a:t>
            </a:r>
            <a:r>
              <a:rPr kumimoji="1" lang="ja-JP" altLang="en-US">
                <a:latin typeface="Meiryo UI" charset="0"/>
                <a:ea typeface="Meiryo UI" charset="0"/>
              </a:rPr>
              <a:t>複数の条件式を組み合わせて、より複雑な条件式を作るための演算子。</a:t>
            </a:r>
          </a:p>
          <a:p>
            <a:pPr marL="45720" indent="0">
              <a:buNone/>
            </a:pPr>
            <a:endParaRPr kumimoji="1" lang="ja-JP" altLang="en-US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kumimoji="1" lang="ja-JP" altLang="en-US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kumimoji="1" lang="ja-JP" altLang="en-US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kumimoji="1" lang="ja-JP" altLang="en-US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kumimoji="1" lang="ja-JP" altLang="en-US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kumimoji="1" lang="ja-JP" altLang="en-US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kumimoji="1" lang="ja-JP" altLang="en-US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例</a:t>
            </a:r>
            <a:r>
              <a:rPr kumimoji="1" lang="en-US" altLang="ja-JP">
                <a:latin typeface="Meiryo UI" charset="0"/>
                <a:ea typeface="Meiryo UI" charset="0"/>
              </a:rPr>
              <a:t>)</a:t>
            </a:r>
            <a:r>
              <a:rPr kumimoji="1" lang="ja-JP" altLang="en-US">
                <a:latin typeface="Meiryo UI" charset="0"/>
                <a:ea typeface="Meiryo UI" charset="0"/>
              </a:rPr>
              <a:t> </a:t>
            </a:r>
            <a:r>
              <a:rPr kumimoji="1" lang="en-US" altLang="ja-JP">
                <a:latin typeface="Meiryo UI" charset="0"/>
                <a:ea typeface="Meiryo UI" charset="0"/>
              </a:rPr>
              <a:t>WHERE (</a:t>
            </a:r>
            <a:r>
              <a:rPr kumimoji="1" lang="ja-JP" altLang="en-US">
                <a:latin typeface="Meiryo UI" charset="0"/>
                <a:ea typeface="Meiryo UI" charset="0"/>
              </a:rPr>
              <a:t>社員番号 </a:t>
            </a:r>
            <a:r>
              <a:rPr kumimoji="1" lang="en-US" altLang="ja-JP">
                <a:latin typeface="Meiryo UI" charset="0"/>
                <a:ea typeface="Meiryo UI" charset="0"/>
              </a:rPr>
              <a:t>= '0001' OR  </a:t>
            </a:r>
            <a:r>
              <a:rPr kumimoji="1" lang="ja-JP" altLang="en-US">
                <a:latin typeface="Meiryo UI" charset="0"/>
                <a:ea typeface="Meiryo UI" charset="0"/>
              </a:rPr>
              <a:t>社員番号 </a:t>
            </a:r>
            <a:r>
              <a:rPr kumimoji="1" lang="en-US" altLang="ja-JP">
                <a:latin typeface="Meiryo UI" charset="0"/>
                <a:ea typeface="Meiryo UI" charset="0"/>
              </a:rPr>
              <a:t>=</a:t>
            </a:r>
            <a:r>
              <a:rPr kumimoji="1" lang="ja-JP" altLang="en-US">
                <a:latin typeface="Meiryo UI" charset="0"/>
                <a:ea typeface="Meiryo UI" charset="0"/>
              </a:rPr>
              <a:t> </a:t>
            </a:r>
            <a:r>
              <a:rPr kumimoji="1" lang="en-US" altLang="ja-JP">
                <a:latin typeface="Meiryo UI" charset="0"/>
                <a:ea typeface="Meiryo UI" charset="0"/>
              </a:rPr>
              <a:t>'0002') AND </a:t>
            </a:r>
            <a:r>
              <a:rPr kumimoji="1" lang="ja-JP" altLang="en-US">
                <a:latin typeface="Meiryo UI" charset="0"/>
                <a:ea typeface="Meiryo UI" charset="0"/>
              </a:rPr>
              <a:t>給与 </a:t>
            </a:r>
            <a:r>
              <a:rPr kumimoji="1" lang="en-US" altLang="ja-JP">
                <a:latin typeface="Meiryo UI" charset="0"/>
                <a:ea typeface="Meiryo UI" charset="0"/>
              </a:rPr>
              <a:t>&gt; 10</a:t>
            </a:r>
            <a:r>
              <a:rPr kumimoji="1" lang="ja-JP" altLang="en-US">
                <a:latin typeface="Meiryo UI" charset="0"/>
                <a:ea typeface="Meiryo UI" charset="0"/>
              </a:rPr>
              <a:t>万</a:t>
            </a: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　→ 社員番号が</a:t>
            </a:r>
            <a:r>
              <a:rPr kumimoji="1" lang="en-US" altLang="ja-JP">
                <a:latin typeface="Meiryo UI" charset="0"/>
                <a:ea typeface="Meiryo UI" charset="0"/>
              </a:rPr>
              <a:t>'0001'</a:t>
            </a:r>
            <a:r>
              <a:rPr kumimoji="1" lang="ja-JP" altLang="en-US">
                <a:latin typeface="Meiryo UI" charset="0"/>
                <a:ea typeface="Meiryo UI" charset="0"/>
              </a:rPr>
              <a:t>または、</a:t>
            </a:r>
            <a:r>
              <a:rPr kumimoji="1" lang="en-US" altLang="ja-JP">
                <a:latin typeface="Meiryo UI" charset="0"/>
                <a:ea typeface="Meiryo UI" charset="0"/>
              </a:rPr>
              <a:t>'0002' </a:t>
            </a:r>
            <a:r>
              <a:rPr kumimoji="1" lang="ja-JP" altLang="en-US">
                <a:latin typeface="Meiryo UI" charset="0"/>
                <a:ea typeface="Meiryo UI" charset="0"/>
              </a:rPr>
              <a:t>かつ、給与が</a:t>
            </a:r>
            <a:r>
              <a:rPr kumimoji="1" lang="en-US" altLang="ja-JP">
                <a:latin typeface="Meiryo UI" charset="0"/>
                <a:ea typeface="Meiryo UI" charset="0"/>
              </a:rPr>
              <a:t>10</a:t>
            </a:r>
            <a:r>
              <a:rPr kumimoji="1" lang="ja-JP" altLang="en-US">
                <a:latin typeface="Meiryo UI" charset="0"/>
                <a:ea typeface="Meiryo UI" charset="0"/>
              </a:rPr>
              <a:t>万より大きい</a:t>
            </a:r>
          </a:p>
        </p:txBody>
      </p:sp>
      <p:pic>
        <p:nvPicPr>
          <p:cNvPr id="2" name="図 1" descr="ronr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0838" y="1643063"/>
            <a:ext cx="6916513" cy="3038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451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/>
          <p:cNvSpPr>
            <a:spLocks noGrp="1"/>
          </p:cNvSpPr>
          <p:nvPr>
            <p:ph sz="half" idx="1"/>
          </p:nvPr>
        </p:nvSpPr>
        <p:spPr>
          <a:xfrm>
            <a:off x="1065213" y="614442"/>
            <a:ext cx="9199562" cy="5545058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kumimoji="1" lang="ja-JP" altLang="en-US" dirty="0">
                <a:latin typeface="Meiryo UI" charset="0"/>
                <a:ea typeface="Meiryo UI" charset="0"/>
              </a:rPr>
              <a:t>　</a:t>
            </a:r>
            <a:r>
              <a:rPr kumimoji="1" lang="ja-JP" altLang="en-US" b="1" u="sng" dirty="0">
                <a:latin typeface="Meiryo UI" charset="0"/>
                <a:ea typeface="Meiryo UI" charset="0"/>
              </a:rPr>
              <a:t>その他演算子</a:t>
            </a:r>
          </a:p>
          <a:p>
            <a:pPr marL="45720" indent="0">
              <a:buNone/>
            </a:pPr>
            <a:r>
              <a:rPr kumimoji="1" lang="ja-JP" altLang="en-US" b="1" dirty="0">
                <a:latin typeface="Meiryo UI" charset="0"/>
                <a:ea typeface="Meiryo UI" charset="0"/>
              </a:rPr>
              <a:t>　　</a:t>
            </a:r>
            <a:r>
              <a:rPr kumimoji="1" lang="en-US" altLang="ja-JP" dirty="0">
                <a:latin typeface="Meiryo UI" charset="0"/>
                <a:ea typeface="Meiryo UI" charset="0"/>
              </a:rPr>
              <a:t>WHERE</a:t>
            </a:r>
            <a:r>
              <a:rPr kumimoji="1" lang="ja-JP" altLang="en-US" dirty="0">
                <a:latin typeface="Meiryo UI" charset="0"/>
                <a:ea typeface="Meiryo UI" charset="0"/>
              </a:rPr>
              <a:t>句で使用できるその他の演算子。</a:t>
            </a:r>
            <a:endParaRPr kumimoji="1" lang="en-US" altLang="ja-JP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kumimoji="1" lang="ja-JP" altLang="en-US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kumimoji="1" lang="ja-JP" altLang="en-US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kumimoji="1" lang="ja-JP" altLang="en-US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kumimoji="1" lang="ja-JP" altLang="en-US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kumimoji="1" lang="ja-JP" altLang="en-US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kumimoji="1" lang="ja-JP" altLang="en-US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kumimoji="1" lang="ja-JP" altLang="en-US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kumimoji="1" lang="ja-JP" altLang="en-US" dirty="0">
              <a:latin typeface="Meiryo UI" charset="0"/>
              <a:ea typeface="Meiryo UI" charset="0"/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2412" y="1695450"/>
            <a:ext cx="8894762" cy="356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83989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/>
          <p:cNvSpPr>
            <a:spLocks noGrp="1"/>
          </p:cNvSpPr>
          <p:nvPr>
            <p:ph sz="half" idx="1"/>
          </p:nvPr>
        </p:nvSpPr>
        <p:spPr>
          <a:xfrm>
            <a:off x="1034915" y="445712"/>
            <a:ext cx="9199562" cy="5697836"/>
          </a:xfrm>
        </p:spPr>
        <p:txBody>
          <a:bodyPr>
            <a:normAutofit fontScale="92500" lnSpcReduction="10000"/>
          </a:bodyPr>
          <a:lstStyle/>
          <a:p>
            <a:pPr marL="45720" indent="0">
              <a:buNone/>
            </a:pPr>
            <a:endParaRPr kumimoji="1" lang="ja-JP" altLang="en-US" b="1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en-US" altLang="ja-JP" b="1">
                <a:latin typeface="Meiryo UI" charset="0"/>
                <a:ea typeface="Meiryo UI" charset="0"/>
              </a:rPr>
              <a:t>【</a:t>
            </a:r>
            <a:r>
              <a:rPr kumimoji="1" lang="ja-JP" altLang="en-US" b="1">
                <a:latin typeface="Meiryo UI" charset="0"/>
                <a:ea typeface="Meiryo UI" charset="0"/>
              </a:rPr>
              <a:t>データを並び替えて取得する</a:t>
            </a:r>
            <a:r>
              <a:rPr kumimoji="1" lang="en-US" altLang="ja-JP" b="1">
                <a:latin typeface="Meiryo UI" charset="0"/>
                <a:ea typeface="Meiryo UI" charset="0"/>
              </a:rPr>
              <a:t>】</a:t>
            </a:r>
            <a:endParaRPr kumimoji="1" lang="ja-JP" altLang="en-US" b="1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テーブルからデータを並び替えて取得する場合、「</a:t>
            </a:r>
            <a:r>
              <a:rPr kumimoji="1" lang="en-US" altLang="ja-JP" b="1">
                <a:latin typeface="Meiryo UI" charset="0"/>
                <a:ea typeface="Meiryo UI" charset="0"/>
              </a:rPr>
              <a:t>ORDER BY</a:t>
            </a:r>
            <a:r>
              <a:rPr kumimoji="1" lang="ja-JP" altLang="en-US">
                <a:latin typeface="Meiryo UI" charset="0"/>
                <a:ea typeface="Meiryo UI" charset="0"/>
              </a:rPr>
              <a:t>句」を</a:t>
            </a:r>
            <a:r>
              <a:rPr kumimoji="1" lang="en-US" altLang="ja-JP">
                <a:latin typeface="Meiryo UI" charset="0"/>
                <a:ea typeface="Meiryo UI" charset="0"/>
              </a:rPr>
              <a:t>SELECT</a:t>
            </a:r>
            <a:r>
              <a:rPr kumimoji="1" lang="ja-JP" altLang="en-US">
                <a:latin typeface="Meiryo UI" charset="0"/>
                <a:ea typeface="Meiryo UI" charset="0"/>
              </a:rPr>
              <a:t>文の</a:t>
            </a: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最後に指定する。</a:t>
            </a:r>
          </a:p>
          <a:p>
            <a:pPr marL="45720" indent="0">
              <a:buNone/>
            </a:pPr>
            <a:endParaRPr kumimoji="1" lang="ja-JP" altLang="en-US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</a:t>
            </a:r>
          </a:p>
          <a:p>
            <a:pPr marL="45720" indent="0">
              <a:buNone/>
            </a:pPr>
            <a:endParaRPr kumimoji="1" lang="ja-JP" altLang="en-US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</a:t>
            </a:r>
            <a:r>
              <a:rPr kumimoji="1" lang="en-US" altLang="ja-JP">
                <a:latin typeface="Meiryo UI" charset="0"/>
                <a:ea typeface="Meiryo UI" charset="0"/>
              </a:rPr>
              <a:t>(d) ORDER BY</a:t>
            </a:r>
            <a:r>
              <a:rPr kumimoji="1" lang="ja-JP" altLang="en-US">
                <a:latin typeface="Meiryo UI" charset="0"/>
                <a:ea typeface="Meiryo UI" charset="0"/>
              </a:rPr>
              <a:t>句</a:t>
            </a: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　・データ取得時の、並び順を指定したい列名をカンマ区切りで指定する。</a:t>
            </a: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      </a:t>
            </a:r>
            <a:r>
              <a:rPr kumimoji="1" lang="en-US" altLang="ja-JP">
                <a:latin typeface="Meiryo UI" charset="0"/>
                <a:ea typeface="Meiryo UI" charset="0"/>
              </a:rPr>
              <a:t>※ </a:t>
            </a:r>
            <a:r>
              <a:rPr kumimoji="1" lang="ja-JP" altLang="en-US">
                <a:latin typeface="Meiryo UI" charset="0"/>
                <a:ea typeface="Meiryo UI" charset="0"/>
              </a:rPr>
              <a:t>列名のみ指定した場合、昇順となる。降順としたい場合、列名の後に降順を</a:t>
            </a: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          示す「</a:t>
            </a:r>
            <a:r>
              <a:rPr kumimoji="1" lang="en-US" altLang="ja-JP" b="1">
                <a:latin typeface="Meiryo UI" charset="0"/>
                <a:ea typeface="Meiryo UI" charset="0"/>
              </a:rPr>
              <a:t>DESC</a:t>
            </a:r>
            <a:r>
              <a:rPr kumimoji="1" lang="ja-JP" altLang="en-US">
                <a:latin typeface="Meiryo UI" charset="0"/>
                <a:ea typeface="Meiryo UI" charset="0"/>
              </a:rPr>
              <a:t>」を指定する。</a:t>
            </a: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        </a:t>
            </a:r>
            <a:r>
              <a:rPr kumimoji="1" lang="en-US" altLang="ja-JP">
                <a:latin typeface="Meiryo UI" charset="0"/>
                <a:ea typeface="Meiryo UI" charset="0"/>
              </a:rPr>
              <a:t>(</a:t>
            </a:r>
            <a:r>
              <a:rPr kumimoji="1" lang="ja-JP" altLang="en-US">
                <a:latin typeface="Meiryo UI" charset="0"/>
                <a:ea typeface="Meiryo UI" charset="0"/>
              </a:rPr>
              <a:t> 列名のみの場合、</a:t>
            </a:r>
            <a:r>
              <a:rPr kumimoji="1" lang="en-US" altLang="ja-JP">
                <a:latin typeface="Meiryo UI" charset="0"/>
                <a:ea typeface="Meiryo UI" charset="0"/>
              </a:rPr>
              <a:t>RDBMS</a:t>
            </a:r>
            <a:r>
              <a:rPr kumimoji="1" lang="ja-JP" altLang="en-US">
                <a:latin typeface="Meiryo UI" charset="0"/>
                <a:ea typeface="Meiryo UI" charset="0"/>
              </a:rPr>
              <a:t>が昇順を示す「</a:t>
            </a:r>
            <a:r>
              <a:rPr kumimoji="1" lang="en-US" altLang="ja-JP" b="1">
                <a:latin typeface="Meiryo UI" charset="0"/>
                <a:ea typeface="Meiryo UI" charset="0"/>
              </a:rPr>
              <a:t>ASC</a:t>
            </a:r>
            <a:r>
              <a:rPr kumimoji="1" lang="ja-JP" altLang="en-US">
                <a:latin typeface="Meiryo UI" charset="0"/>
                <a:ea typeface="Meiryo UI" charset="0"/>
              </a:rPr>
              <a:t>」が省略されていると解釈している。</a:t>
            </a:r>
            <a:r>
              <a:rPr kumimoji="1" lang="en-US" altLang="ja-JP">
                <a:latin typeface="Meiryo UI" charset="0"/>
                <a:ea typeface="Meiryo UI" charset="0"/>
              </a:rPr>
              <a:t>)</a:t>
            </a:r>
            <a:endParaRPr kumimoji="1" lang="ja-JP">
              <a:latin typeface="Meiryo UI" charset="0"/>
              <a:ea typeface="Meiryo UI" charset="0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581112" y="2286014"/>
            <a:ext cx="8242300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spAutoFit/>
          </a:bodyPr>
          <a:lstStyle/>
          <a:p>
            <a:endParaRPr lang="en-US" altLang="ja-JP">
              <a:latin typeface="Meiryo UI"/>
              <a:ea typeface="Meiryo UI"/>
            </a:endParaRPr>
          </a:p>
          <a:p>
            <a:r>
              <a:rPr lang="ja-JP" altLang="en-US">
                <a:latin typeface="Meiryo UI"/>
                <a:ea typeface="Meiryo UI"/>
              </a:rPr>
              <a:t>　</a:t>
            </a:r>
            <a:r>
              <a:rPr lang="en-US" altLang="ja-JP" sz="2400" b="1">
                <a:solidFill>
                  <a:srgbClr val="0082B3"/>
                </a:solidFill>
                <a:latin typeface="Meiryo UI"/>
                <a:ea typeface="Meiryo UI"/>
              </a:rPr>
              <a:t>SELECT</a:t>
            </a:r>
            <a:r>
              <a:rPr lang="en-US" altLang="ja-JP" sz="2400">
                <a:solidFill>
                  <a:srgbClr val="0082B3"/>
                </a:solidFill>
                <a:latin typeface="Meiryo UI"/>
                <a:ea typeface="Meiryo UI"/>
              </a:rPr>
              <a:t> </a:t>
            </a:r>
            <a:r>
              <a:rPr lang="en-US" altLang="ja-JP" sz="2400">
                <a:solidFill>
                  <a:srgbClr val="000000"/>
                </a:solidFill>
                <a:latin typeface="Meiryo UI"/>
                <a:ea typeface="Meiryo UI"/>
              </a:rPr>
              <a:t>* </a:t>
            </a:r>
            <a:r>
              <a:rPr lang="en-US" altLang="ja-JP" sz="2400" b="1">
                <a:solidFill>
                  <a:srgbClr val="0082B3"/>
                </a:solidFill>
                <a:latin typeface="Meiryo UI"/>
                <a:ea typeface="Meiryo UI"/>
              </a:rPr>
              <a:t>FROM</a:t>
            </a:r>
            <a:r>
              <a:rPr lang="en-US" altLang="ja-JP" sz="2400">
                <a:solidFill>
                  <a:srgbClr val="0082B3"/>
                </a:solidFill>
                <a:latin typeface="Meiryo UI"/>
                <a:ea typeface="Meiryo UI"/>
              </a:rPr>
              <a:t> </a:t>
            </a:r>
            <a:r>
              <a:rPr lang="ja-JP" altLang="en-US" sz="2400">
                <a:latin typeface="Meiryo UI"/>
                <a:ea typeface="Meiryo UI"/>
              </a:rPr>
              <a:t>テーブル名</a:t>
            </a:r>
            <a:r>
              <a:rPr lang="en-US" altLang="ja-JP" sz="2400">
                <a:latin typeface="Meiryo UI"/>
                <a:ea typeface="Meiryo UI"/>
              </a:rPr>
              <a:t> </a:t>
            </a:r>
            <a:r>
              <a:rPr lang="en-US" altLang="ja-JP" sz="2400" b="1">
                <a:solidFill>
                  <a:srgbClr val="0070C0"/>
                </a:solidFill>
                <a:latin typeface="Meiryo UI"/>
                <a:ea typeface="Meiryo UI"/>
              </a:rPr>
              <a:t>ORDER BY</a:t>
            </a:r>
            <a:r>
              <a:rPr lang="en-US" altLang="ja-JP" sz="2400">
                <a:solidFill>
                  <a:srgbClr val="000000"/>
                </a:solidFill>
                <a:latin typeface="Meiryo UI"/>
                <a:ea typeface="Meiryo UI"/>
              </a:rPr>
              <a:t> </a:t>
            </a:r>
            <a:r>
              <a:rPr lang="ja-JP" altLang="en-US" sz="2400">
                <a:latin typeface="Meiryo UI"/>
                <a:ea typeface="Meiryo UI"/>
              </a:rPr>
              <a:t>列名 </a:t>
            </a:r>
            <a:r>
              <a:rPr lang="en-US" altLang="ja-JP" sz="2400">
                <a:latin typeface="Meiryo UI"/>
                <a:ea typeface="Meiryo UI"/>
              </a:rPr>
              <a:t>[,</a:t>
            </a:r>
            <a:r>
              <a:rPr lang="ja-JP" altLang="en-US" sz="2400">
                <a:latin typeface="Meiryo UI"/>
                <a:ea typeface="Meiryo UI"/>
              </a:rPr>
              <a:t>列名</a:t>
            </a:r>
            <a:r>
              <a:rPr lang="en-US" altLang="ja-JP" sz="2400">
                <a:latin typeface="Meiryo UI"/>
                <a:ea typeface="Meiryo UI"/>
              </a:rPr>
              <a:t>] </a:t>
            </a:r>
            <a:endParaRPr lang="ja-JP" altLang="en-US" sz="2400">
              <a:latin typeface="Meiryo UI"/>
              <a:ea typeface="Meiryo UI"/>
            </a:endParaRPr>
          </a:p>
          <a:p>
            <a:r>
              <a:rPr lang="en-US" altLang="ja-JP">
                <a:latin typeface="Meiryo UI"/>
                <a:ea typeface="Meiryo UI"/>
              </a:rPr>
              <a:t>                        </a:t>
            </a:r>
            <a:r>
              <a:rPr lang="ja-JP" altLang="en-US">
                <a:latin typeface="Meiryo UI"/>
                <a:ea typeface="Meiryo UI"/>
              </a:rPr>
              <a:t>　　　　　　　　　　　　　　　（</a:t>
            </a:r>
            <a:r>
              <a:rPr lang="en-US" altLang="ja-JP">
                <a:latin typeface="Meiryo UI"/>
                <a:ea typeface="Meiryo UI"/>
              </a:rPr>
              <a:t>d</a:t>
            </a:r>
            <a:r>
              <a:rPr lang="ja-JP" altLang="en-US">
                <a:latin typeface="Meiryo UI"/>
                <a:ea typeface="Meiryo UI"/>
              </a:rPr>
              <a:t>）　</a:t>
            </a:r>
          </a:p>
        </p:txBody>
      </p:sp>
      <p:cxnSp>
        <p:nvCxnSpPr>
          <p:cNvPr id="17" name="直線矢印コネクタ 16"/>
          <p:cNvCxnSpPr/>
          <p:nvPr/>
        </p:nvCxnSpPr>
        <p:spPr>
          <a:xfrm>
            <a:off x="5850075" y="2976128"/>
            <a:ext cx="3498408" cy="10906"/>
          </a:xfrm>
          <a:prstGeom prst="straightConnector1">
            <a:avLst/>
          </a:prstGeom>
          <a:ln w="57150">
            <a:headEnd type="none"/>
            <a:tailEnd type="non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2042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/>
          <p:cNvSpPr>
            <a:spLocks noGrp="1"/>
          </p:cNvSpPr>
          <p:nvPr>
            <p:ph sz="half" idx="1"/>
          </p:nvPr>
        </p:nvSpPr>
        <p:spPr>
          <a:xfrm>
            <a:off x="1065213" y="723133"/>
            <a:ext cx="9199562" cy="5436367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kumimoji="1" lang="ja-JP" altLang="en-US" b="1" dirty="0">
                <a:latin typeface="Meiryo UI" charset="0"/>
                <a:ea typeface="Meiryo UI" charset="0"/>
              </a:rPr>
              <a:t>②</a:t>
            </a:r>
            <a:r>
              <a:rPr kumimoji="1" lang="en-US" altLang="ja-JP" b="1" dirty="0">
                <a:latin typeface="Meiryo UI" charset="0"/>
                <a:ea typeface="Meiryo UI" charset="0"/>
              </a:rPr>
              <a:t>INSERT</a:t>
            </a:r>
            <a:r>
              <a:rPr kumimoji="1" lang="ja-JP" altLang="en-US" b="1" dirty="0">
                <a:latin typeface="Meiryo UI" charset="0"/>
                <a:ea typeface="Meiryo UI" charset="0"/>
              </a:rPr>
              <a:t>文</a:t>
            </a:r>
            <a:r>
              <a:rPr kumimoji="1" lang="ja-JP" altLang="en-US" b="1" dirty="0">
                <a:latin typeface="MS PGothic" charset="0"/>
                <a:ea typeface="MS PGothic" charset="0"/>
              </a:rPr>
              <a:t> </a:t>
            </a:r>
          </a:p>
          <a:p>
            <a:pPr marL="45720" indent="0">
              <a:buNone/>
            </a:pPr>
            <a:r>
              <a:rPr kumimoji="1" lang="ja-JP" altLang="en-US" dirty="0">
                <a:latin typeface="Meiryo UI" charset="0"/>
                <a:ea typeface="Meiryo UI" charset="0"/>
              </a:rPr>
              <a:t>　　テーブルに新しいデータ</a:t>
            </a:r>
            <a:r>
              <a:rPr kumimoji="1" lang="en-US" altLang="ja-JP" dirty="0">
                <a:latin typeface="Meiryo UI" charset="0"/>
                <a:ea typeface="Meiryo UI" charset="0"/>
              </a:rPr>
              <a:t>(</a:t>
            </a:r>
            <a:r>
              <a:rPr kumimoji="1" lang="ja-JP" altLang="en-US" dirty="0">
                <a:latin typeface="Meiryo UI" charset="0"/>
                <a:ea typeface="Meiryo UI" charset="0"/>
              </a:rPr>
              <a:t>行</a:t>
            </a:r>
            <a:r>
              <a:rPr kumimoji="1" lang="en-US" altLang="ja-JP" dirty="0">
                <a:latin typeface="Meiryo UI" charset="0"/>
                <a:ea typeface="Meiryo UI" charset="0"/>
              </a:rPr>
              <a:t>)</a:t>
            </a:r>
            <a:r>
              <a:rPr kumimoji="1" lang="ja-JP" altLang="en-US" dirty="0">
                <a:latin typeface="Meiryo UI" charset="0"/>
                <a:ea typeface="Meiryo UI" charset="0"/>
              </a:rPr>
              <a:t>を追加するには、「</a:t>
            </a:r>
            <a:r>
              <a:rPr kumimoji="1" lang="en-US" altLang="ja-JP" b="1" dirty="0">
                <a:latin typeface="Meiryo UI" charset="0"/>
                <a:ea typeface="Meiryo UI" charset="0"/>
              </a:rPr>
              <a:t>INSERT</a:t>
            </a:r>
            <a:r>
              <a:rPr kumimoji="1" lang="ja-JP" altLang="en-US" b="1" dirty="0">
                <a:latin typeface="Meiryo UI" charset="0"/>
                <a:ea typeface="Meiryo UI" charset="0"/>
              </a:rPr>
              <a:t>文</a:t>
            </a:r>
            <a:r>
              <a:rPr kumimoji="1" lang="ja-JP" altLang="en-US" dirty="0">
                <a:latin typeface="Meiryo UI" charset="0"/>
                <a:ea typeface="Meiryo UI" charset="0"/>
              </a:rPr>
              <a:t>」を使用する。</a:t>
            </a:r>
          </a:p>
          <a:p>
            <a:pPr marL="45720" indent="0">
              <a:buNone/>
            </a:pPr>
            <a:endParaRPr kumimoji="1" lang="ja-JP" altLang="en-US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kumimoji="1" lang="ja-JP" altLang="en-US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kumimoji="1" lang="ja-JP" altLang="en-US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kumimoji="1" lang="ja-JP" altLang="en-US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 dirty="0">
                <a:latin typeface="Meiryo UI" charset="0"/>
                <a:ea typeface="Meiryo UI" charset="0"/>
              </a:rPr>
              <a:t>　　　</a:t>
            </a:r>
            <a:r>
              <a:rPr kumimoji="1" lang="en-US" altLang="ja-JP" dirty="0">
                <a:latin typeface="Meiryo UI" charset="0"/>
                <a:ea typeface="Meiryo UI" charset="0"/>
              </a:rPr>
              <a:t>(a) INSERT INTO </a:t>
            </a:r>
            <a:r>
              <a:rPr kumimoji="1" lang="ja-JP" altLang="en-US" dirty="0">
                <a:latin typeface="Meiryo UI" charset="0"/>
                <a:ea typeface="Meiryo UI" charset="0"/>
              </a:rPr>
              <a:t>句</a:t>
            </a:r>
          </a:p>
          <a:p>
            <a:pPr marL="45720" indent="0">
              <a:buNone/>
            </a:pPr>
            <a:r>
              <a:rPr kumimoji="1" lang="ja-JP" altLang="en-US" dirty="0">
                <a:latin typeface="Meiryo UI" charset="0"/>
                <a:ea typeface="Meiryo UI" charset="0"/>
              </a:rPr>
              <a:t>　　　　・データ</a:t>
            </a:r>
            <a:r>
              <a:rPr kumimoji="1" lang="en-US" altLang="ja-JP" dirty="0">
                <a:latin typeface="Meiryo UI" charset="0"/>
                <a:ea typeface="Meiryo UI" charset="0"/>
              </a:rPr>
              <a:t>(</a:t>
            </a:r>
            <a:r>
              <a:rPr kumimoji="1" lang="ja-JP" altLang="en-US" dirty="0">
                <a:latin typeface="Meiryo UI" charset="0"/>
                <a:ea typeface="Meiryo UI" charset="0"/>
              </a:rPr>
              <a:t>行</a:t>
            </a:r>
            <a:r>
              <a:rPr kumimoji="1" lang="en-US" altLang="ja-JP" dirty="0">
                <a:latin typeface="Meiryo UI" charset="0"/>
                <a:ea typeface="Meiryo UI" charset="0"/>
              </a:rPr>
              <a:t>)</a:t>
            </a:r>
            <a:r>
              <a:rPr kumimoji="1" lang="ja-JP" altLang="en-US" dirty="0">
                <a:latin typeface="Meiryo UI" charset="0"/>
                <a:ea typeface="Meiryo UI" charset="0"/>
              </a:rPr>
              <a:t>を追加したいテーブルおよび列名を指定する。</a:t>
            </a:r>
          </a:p>
          <a:p>
            <a:pPr marL="45720" indent="0">
              <a:buNone/>
            </a:pPr>
            <a:r>
              <a:rPr kumimoji="1" lang="ja-JP" altLang="en-US" dirty="0">
                <a:latin typeface="Meiryo UI" charset="0"/>
                <a:ea typeface="Meiryo UI" charset="0"/>
              </a:rPr>
              <a:t>　　　　　</a:t>
            </a:r>
            <a:r>
              <a:rPr kumimoji="1" lang="en-US" altLang="ja-JP" dirty="0">
                <a:latin typeface="Meiryo UI" charset="0"/>
                <a:ea typeface="Meiryo UI" charset="0"/>
              </a:rPr>
              <a:t>(</a:t>
            </a:r>
            <a:r>
              <a:rPr kumimoji="1" lang="ja-JP" altLang="en-US" dirty="0">
                <a:latin typeface="Meiryo UI" charset="0"/>
                <a:ea typeface="Meiryo UI" charset="0"/>
              </a:rPr>
              <a:t>列名は、省略可能。ただし、</a:t>
            </a:r>
            <a:r>
              <a:rPr kumimoji="1" lang="en-US" altLang="ja-JP" dirty="0">
                <a:latin typeface="Meiryo UI" charset="0"/>
                <a:ea typeface="Meiryo UI" charset="0"/>
              </a:rPr>
              <a:t>VALUES</a:t>
            </a:r>
            <a:r>
              <a:rPr kumimoji="1" lang="ja-JP" altLang="en-US" dirty="0">
                <a:latin typeface="Meiryo UI" charset="0"/>
                <a:ea typeface="Meiryo UI" charset="0"/>
              </a:rPr>
              <a:t>句には全列の値を指定する必要がある。</a:t>
            </a:r>
            <a:r>
              <a:rPr kumimoji="1" lang="en-US" altLang="ja-JP" dirty="0">
                <a:latin typeface="Meiryo UI" charset="0"/>
                <a:ea typeface="Meiryo UI" charset="0"/>
              </a:rPr>
              <a:t>)</a:t>
            </a:r>
            <a:r>
              <a:rPr kumimoji="1" lang="ja-JP" altLang="en-US" dirty="0">
                <a:latin typeface="Meiryo UI" charset="0"/>
                <a:ea typeface="Meiryo UI" charset="0"/>
              </a:rPr>
              <a:t> </a:t>
            </a:r>
          </a:p>
          <a:p>
            <a:pPr marL="45720" indent="0">
              <a:buNone/>
            </a:pPr>
            <a:r>
              <a:rPr kumimoji="1" lang="ja-JP" altLang="en-US" dirty="0">
                <a:latin typeface="Meiryo UI" charset="0"/>
                <a:ea typeface="Meiryo UI" charset="0"/>
              </a:rPr>
              <a:t>　　　</a:t>
            </a:r>
            <a:r>
              <a:rPr kumimoji="1" lang="en-US" altLang="ja-JP" dirty="0">
                <a:latin typeface="Meiryo UI" charset="0"/>
                <a:ea typeface="Meiryo UI" charset="0"/>
              </a:rPr>
              <a:t>(b) VALUES</a:t>
            </a:r>
            <a:r>
              <a:rPr kumimoji="1" lang="ja-JP" altLang="en-US" dirty="0">
                <a:latin typeface="Meiryo UI" charset="0"/>
                <a:ea typeface="Meiryo UI" charset="0"/>
              </a:rPr>
              <a:t>句</a:t>
            </a:r>
          </a:p>
          <a:p>
            <a:pPr marL="45720" indent="0">
              <a:buNone/>
            </a:pPr>
            <a:r>
              <a:rPr kumimoji="1" lang="ja-JP" altLang="en-US" dirty="0">
                <a:latin typeface="Meiryo UI" charset="0"/>
                <a:ea typeface="Meiryo UI" charset="0"/>
              </a:rPr>
              <a:t>　　　　・追加するデータを指定する。</a:t>
            </a:r>
            <a:r>
              <a:rPr kumimoji="1" lang="en-US" altLang="ja-JP" dirty="0">
                <a:latin typeface="Meiryo UI" charset="0"/>
                <a:ea typeface="Meiryo UI" charset="0"/>
              </a:rPr>
              <a:t>(INSERT INTO</a:t>
            </a:r>
            <a:r>
              <a:rPr kumimoji="1" lang="ja-JP" altLang="en-US" dirty="0">
                <a:latin typeface="Meiryo UI" charset="0"/>
                <a:ea typeface="Meiryo UI" charset="0"/>
              </a:rPr>
              <a:t>句の列に対応する値を指定</a:t>
            </a:r>
            <a:r>
              <a:rPr kumimoji="1" lang="en-US" altLang="ja-JP" dirty="0">
                <a:latin typeface="Meiryo UI" charset="0"/>
                <a:ea typeface="Meiryo UI" charset="0"/>
              </a:rPr>
              <a:t>)</a:t>
            </a:r>
            <a:r>
              <a:rPr kumimoji="1" lang="ja-JP" altLang="en-US" dirty="0">
                <a:latin typeface="MS PGothic" charset="0"/>
                <a:ea typeface="MS PGothic" charset="0"/>
              </a:rPr>
              <a:t> </a:t>
            </a:r>
            <a:endParaRPr kumimoji="1" lang="ja-JP" dirty="0">
              <a:latin typeface="MS PGothic" charset="0"/>
              <a:ea typeface="MS PGothic" charset="0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370012" y="1858959"/>
            <a:ext cx="9226621" cy="13843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spAutoFit/>
          </a:bodyPr>
          <a:lstStyle/>
          <a:p>
            <a:endParaRPr lang="en-US" altLang="ja-JP" dirty="0">
              <a:latin typeface="Meiryo UI"/>
              <a:ea typeface="Meiryo UI"/>
            </a:endParaRPr>
          </a:p>
          <a:p>
            <a:r>
              <a:rPr lang="en-US" altLang="ja-JP" sz="2400" b="1" dirty="0">
                <a:solidFill>
                  <a:srgbClr val="0082B3"/>
                </a:solidFill>
                <a:latin typeface="Meiryo UI"/>
                <a:ea typeface="Meiryo UI"/>
              </a:rPr>
              <a:t> INSERT INTO </a:t>
            </a:r>
            <a:r>
              <a:rPr lang="ja-JP" altLang="en-US" sz="2400" dirty="0">
                <a:latin typeface="Meiryo UI"/>
                <a:ea typeface="Meiryo UI"/>
              </a:rPr>
              <a:t>テーブル名 </a:t>
            </a:r>
            <a:r>
              <a:rPr lang="en-US" altLang="ja-JP" sz="2400" dirty="0">
                <a:latin typeface="Meiryo UI"/>
                <a:ea typeface="Meiryo UI"/>
              </a:rPr>
              <a:t>(</a:t>
            </a:r>
            <a:r>
              <a:rPr lang="ja-JP" altLang="en-US" sz="2400" dirty="0">
                <a:latin typeface="Meiryo UI"/>
                <a:ea typeface="Meiryo UI"/>
              </a:rPr>
              <a:t>列名</a:t>
            </a:r>
            <a:r>
              <a:rPr lang="en-US" altLang="ja-JP" sz="2400" dirty="0">
                <a:latin typeface="Meiryo UI"/>
                <a:ea typeface="Meiryo UI"/>
              </a:rPr>
              <a:t>, </a:t>
            </a:r>
            <a:r>
              <a:rPr lang="ja-JP" altLang="en-US" sz="2400" dirty="0">
                <a:latin typeface="Meiryo UI"/>
                <a:ea typeface="Meiryo UI"/>
              </a:rPr>
              <a:t>列名</a:t>
            </a:r>
            <a:r>
              <a:rPr lang="en-US" altLang="ja-JP" sz="2400" dirty="0">
                <a:latin typeface="Meiryo UI"/>
                <a:ea typeface="Meiryo UI"/>
              </a:rPr>
              <a:t>) </a:t>
            </a:r>
            <a:r>
              <a:rPr lang="en-US" altLang="ja-JP" sz="2400" b="1" dirty="0">
                <a:solidFill>
                  <a:srgbClr val="0082B3"/>
                </a:solidFill>
                <a:latin typeface="Meiryo UI"/>
                <a:ea typeface="Meiryo UI"/>
              </a:rPr>
              <a:t>VALUES</a:t>
            </a:r>
            <a:r>
              <a:rPr lang="en-US" altLang="ja-JP" sz="2400" dirty="0">
                <a:solidFill>
                  <a:srgbClr val="0082B3"/>
                </a:solidFill>
                <a:latin typeface="Meiryo UI"/>
                <a:ea typeface="Meiryo UI"/>
              </a:rPr>
              <a:t> </a:t>
            </a:r>
            <a:r>
              <a:rPr lang="en-US" altLang="ja-JP" sz="2400" dirty="0">
                <a:solidFill>
                  <a:srgbClr val="000000"/>
                </a:solidFill>
                <a:latin typeface="Meiryo UI"/>
                <a:ea typeface="Meiryo UI"/>
              </a:rPr>
              <a:t>('001', 'ABC ')</a:t>
            </a:r>
            <a:endParaRPr lang="ja-JP" altLang="en-US" sz="2400" dirty="0">
              <a:latin typeface="Meiryo UI"/>
              <a:ea typeface="Meiryo UI"/>
            </a:endParaRPr>
          </a:p>
          <a:p>
            <a:r>
              <a:rPr lang="en-US" altLang="ja-JP" dirty="0">
                <a:latin typeface="Meiryo UI"/>
                <a:ea typeface="Meiryo UI"/>
              </a:rPr>
              <a:t>     (</a:t>
            </a:r>
            <a:r>
              <a:rPr lang="ja-JP" altLang="en-US" dirty="0">
                <a:latin typeface="Meiryo UI"/>
                <a:ea typeface="Meiryo UI"/>
              </a:rPr>
              <a:t>ａ</a:t>
            </a:r>
            <a:r>
              <a:rPr lang="en-US" altLang="ja-JP" dirty="0">
                <a:latin typeface="Meiryo UI"/>
                <a:ea typeface="Meiryo UI"/>
              </a:rPr>
              <a:t>)</a:t>
            </a:r>
            <a:r>
              <a:rPr lang="ja-JP" altLang="en-US" dirty="0">
                <a:latin typeface="Meiryo UI"/>
                <a:ea typeface="Meiryo UI"/>
              </a:rPr>
              <a:t>　　　　　　　　　　　　　　　　　</a:t>
            </a:r>
            <a:r>
              <a:rPr lang="en-US" altLang="ja-JP" dirty="0">
                <a:latin typeface="Meiryo UI"/>
                <a:ea typeface="Meiryo UI"/>
              </a:rPr>
              <a:t> </a:t>
            </a:r>
            <a:r>
              <a:rPr lang="ja-JP" altLang="en-US" dirty="0">
                <a:latin typeface="Meiryo UI"/>
                <a:ea typeface="Meiryo UI"/>
              </a:rPr>
              <a:t>　　　　　　　　　　　　　　（ｂ）</a:t>
            </a:r>
          </a:p>
          <a:p>
            <a:r>
              <a:rPr lang="ja-JP" altLang="en-US" sz="2400" dirty="0">
                <a:latin typeface="Meiryo UI"/>
                <a:ea typeface="Meiryo UI"/>
              </a:rPr>
              <a:t>　　</a:t>
            </a:r>
          </a:p>
        </p:txBody>
      </p:sp>
      <p:cxnSp>
        <p:nvCxnSpPr>
          <p:cNvPr id="15" name="直線矢印コネクタ 14"/>
          <p:cNvCxnSpPr/>
          <p:nvPr/>
        </p:nvCxnSpPr>
        <p:spPr>
          <a:xfrm>
            <a:off x="1595486" y="2559184"/>
            <a:ext cx="5263374" cy="10906"/>
          </a:xfrm>
          <a:prstGeom prst="straightConnector1">
            <a:avLst/>
          </a:prstGeom>
          <a:ln w="57150">
            <a:solidFill>
              <a:schemeClr val="accent6"/>
            </a:solidFill>
            <a:headEnd type="none"/>
            <a:tailEnd type="non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7" name="直線矢印コネクタ 16"/>
          <p:cNvCxnSpPr/>
          <p:nvPr/>
        </p:nvCxnSpPr>
        <p:spPr>
          <a:xfrm>
            <a:off x="7086206" y="2573562"/>
            <a:ext cx="3175963" cy="10906"/>
          </a:xfrm>
          <a:prstGeom prst="straightConnector1">
            <a:avLst/>
          </a:prstGeom>
          <a:ln w="57150">
            <a:headEnd type="none"/>
            <a:tailEnd type="non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" name="直線矢印コネクタ 2"/>
          <p:cNvCxnSpPr/>
          <p:nvPr/>
        </p:nvCxnSpPr>
        <p:spPr>
          <a:xfrm flipH="1">
            <a:off x="5850075" y="1955335"/>
            <a:ext cx="2024" cy="235391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" name="直線矢印コネクタ 4"/>
          <p:cNvCxnSpPr/>
          <p:nvPr/>
        </p:nvCxnSpPr>
        <p:spPr>
          <a:xfrm flipV="1">
            <a:off x="5860816" y="1973978"/>
            <a:ext cx="2950899" cy="2263"/>
          </a:xfrm>
          <a:prstGeom prst="straightConnector1">
            <a:avLst/>
          </a:prstGeom>
          <a:ln>
            <a:solidFill>
              <a:schemeClr val="tx2"/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" name="直線矢印コネクタ 13"/>
          <p:cNvCxnSpPr/>
          <p:nvPr/>
        </p:nvCxnSpPr>
        <p:spPr>
          <a:xfrm flipH="1">
            <a:off x="8796666" y="1998467"/>
            <a:ext cx="2024" cy="235391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" name="直線矢印コネクタ 15"/>
          <p:cNvCxnSpPr/>
          <p:nvPr/>
        </p:nvCxnSpPr>
        <p:spPr>
          <a:xfrm flipH="1">
            <a:off x="9702204" y="2587939"/>
            <a:ext cx="2024" cy="494559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" name="直線矢印コネクタ 18"/>
          <p:cNvCxnSpPr/>
          <p:nvPr/>
        </p:nvCxnSpPr>
        <p:spPr>
          <a:xfrm flipV="1">
            <a:off x="6741240" y="3048014"/>
            <a:ext cx="2950899" cy="2263"/>
          </a:xfrm>
          <a:prstGeom prst="straightConnector1">
            <a:avLst/>
          </a:prstGeom>
          <a:ln>
            <a:solidFill>
              <a:schemeClr val="tx2"/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" name="直線矢印コネクタ 19"/>
          <p:cNvCxnSpPr/>
          <p:nvPr/>
        </p:nvCxnSpPr>
        <p:spPr>
          <a:xfrm flipH="1">
            <a:off x="6726866" y="2544807"/>
            <a:ext cx="2024" cy="494559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989231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/>
          <p:cNvSpPr>
            <a:spLocks noGrp="1"/>
          </p:cNvSpPr>
          <p:nvPr>
            <p:ph sz="half" idx="1"/>
          </p:nvPr>
        </p:nvSpPr>
        <p:spPr>
          <a:xfrm>
            <a:off x="1065213" y="713171"/>
            <a:ext cx="9199562" cy="5446329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kumimoji="1" lang="ja-JP" altLang="en-US" b="1">
                <a:latin typeface="Meiryo UI" charset="0"/>
                <a:ea typeface="Meiryo UI" charset="0"/>
              </a:rPr>
              <a:t>③</a:t>
            </a:r>
            <a:r>
              <a:rPr kumimoji="1" lang="en-US" altLang="ja-JP" b="1">
                <a:latin typeface="Meiryo UI" charset="0"/>
                <a:ea typeface="Meiryo UI" charset="0"/>
              </a:rPr>
              <a:t>UPDATE</a:t>
            </a:r>
            <a:r>
              <a:rPr kumimoji="1" lang="ja-JP" altLang="en-US" b="1">
                <a:latin typeface="Meiryo UI" charset="0"/>
                <a:ea typeface="Meiryo UI" charset="0"/>
              </a:rPr>
              <a:t>文</a:t>
            </a: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テーブル内のデータを更新するには、「</a:t>
            </a:r>
            <a:r>
              <a:rPr kumimoji="1" lang="en-US" altLang="ja-JP" b="1">
                <a:latin typeface="Meiryo UI" charset="0"/>
                <a:ea typeface="Meiryo UI" charset="0"/>
              </a:rPr>
              <a:t>UPDATE </a:t>
            </a:r>
            <a:r>
              <a:rPr kumimoji="1" lang="ja-JP" altLang="en-US" b="1">
                <a:latin typeface="Meiryo UI" charset="0"/>
                <a:ea typeface="Meiryo UI" charset="0"/>
              </a:rPr>
              <a:t>文</a:t>
            </a:r>
            <a:r>
              <a:rPr kumimoji="1" lang="ja-JP" altLang="en-US">
                <a:latin typeface="Meiryo UI" charset="0"/>
                <a:ea typeface="Meiryo UI" charset="0"/>
              </a:rPr>
              <a:t>」を使用する。　</a:t>
            </a:r>
          </a:p>
          <a:p>
            <a:pPr marL="45720" indent="0">
              <a:buNone/>
            </a:pPr>
            <a:endParaRPr kumimoji="1" lang="ja-JP" altLang="en-US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kumimoji="1" lang="ja-JP" altLang="en-US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kumimoji="1" lang="ja-JP" altLang="en-US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</a:t>
            </a:r>
            <a:r>
              <a:rPr kumimoji="1" lang="en-US" altLang="ja-JP">
                <a:latin typeface="Meiryo UI" charset="0"/>
                <a:ea typeface="Meiryo UI" charset="0"/>
              </a:rPr>
              <a:t>(a) UPDATE</a:t>
            </a:r>
            <a:r>
              <a:rPr kumimoji="1" lang="ja-JP" altLang="en-US">
                <a:latin typeface="Meiryo UI" charset="0"/>
                <a:ea typeface="Meiryo UI" charset="0"/>
              </a:rPr>
              <a:t>句</a:t>
            </a: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　・更新したいデータが存在するテーブルを指定する。</a:t>
            </a: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</a:t>
            </a:r>
            <a:r>
              <a:rPr kumimoji="1" lang="en-US" altLang="ja-JP">
                <a:latin typeface="Meiryo UI" charset="0"/>
                <a:ea typeface="Meiryo UI" charset="0"/>
              </a:rPr>
              <a:t>(b) SET</a:t>
            </a:r>
            <a:r>
              <a:rPr kumimoji="1" lang="ja-JP" altLang="en-US">
                <a:latin typeface="Meiryo UI" charset="0"/>
                <a:ea typeface="Meiryo UI" charset="0"/>
              </a:rPr>
              <a:t>句</a:t>
            </a:r>
            <a:endParaRPr kumimoji="1" lang="en-US" altLang="ja-JP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　・更新する列名 </a:t>
            </a:r>
            <a:r>
              <a:rPr kumimoji="1" lang="en-US" altLang="ja-JP">
                <a:latin typeface="Meiryo UI" charset="0"/>
                <a:ea typeface="Meiryo UI" charset="0"/>
              </a:rPr>
              <a:t>=</a:t>
            </a:r>
            <a:r>
              <a:rPr kumimoji="1" lang="ja-JP" altLang="en-US">
                <a:latin typeface="Meiryo UI" charset="0"/>
                <a:ea typeface="Meiryo UI" charset="0"/>
              </a:rPr>
              <a:t> 値を指定する。</a:t>
            </a:r>
            <a:r>
              <a:rPr kumimoji="1" lang="en-US" altLang="ja-JP">
                <a:latin typeface="Meiryo UI" charset="0"/>
                <a:ea typeface="Meiryo UI" charset="0"/>
              </a:rPr>
              <a:t>(</a:t>
            </a:r>
            <a:r>
              <a:rPr kumimoji="1" lang="ja-JP" altLang="en-US">
                <a:latin typeface="Meiryo UI" charset="0"/>
                <a:ea typeface="Meiryo UI" charset="0"/>
              </a:rPr>
              <a:t>複数列を指定する場合、カンマ区切りで指定</a:t>
            </a:r>
            <a:r>
              <a:rPr kumimoji="1" lang="en-US" altLang="ja-JP">
                <a:latin typeface="Meiryo UI" charset="0"/>
                <a:ea typeface="Meiryo UI" charset="0"/>
              </a:rPr>
              <a:t>)</a:t>
            </a: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</a:t>
            </a:r>
            <a:r>
              <a:rPr kumimoji="1" lang="en-US" altLang="ja-JP">
                <a:latin typeface="Meiryo UI" charset="0"/>
                <a:ea typeface="Meiryo UI" charset="0"/>
              </a:rPr>
              <a:t>※</a:t>
            </a:r>
            <a:r>
              <a:rPr kumimoji="1" lang="ja-JP" altLang="en-US">
                <a:latin typeface="Meiryo UI" charset="0"/>
                <a:ea typeface="Meiryo UI" charset="0"/>
              </a:rPr>
              <a:t> 特定のデータ</a:t>
            </a:r>
            <a:r>
              <a:rPr kumimoji="1" lang="en-US" altLang="ja-JP">
                <a:latin typeface="Meiryo UI" charset="0"/>
                <a:ea typeface="Meiryo UI" charset="0"/>
              </a:rPr>
              <a:t>(</a:t>
            </a:r>
            <a:r>
              <a:rPr kumimoji="1" lang="ja-JP" altLang="en-US">
                <a:latin typeface="Meiryo UI" charset="0"/>
                <a:ea typeface="Meiryo UI" charset="0"/>
              </a:rPr>
              <a:t>行</a:t>
            </a:r>
            <a:r>
              <a:rPr kumimoji="1" lang="en-US" altLang="ja-JP">
                <a:latin typeface="Meiryo UI" charset="0"/>
                <a:ea typeface="Meiryo UI" charset="0"/>
              </a:rPr>
              <a:t>)</a:t>
            </a:r>
            <a:r>
              <a:rPr kumimoji="1" lang="ja-JP" altLang="en-US">
                <a:latin typeface="Meiryo UI" charset="0"/>
                <a:ea typeface="Meiryo UI" charset="0"/>
              </a:rPr>
              <a:t>のみ更新する場合、</a:t>
            </a:r>
            <a:r>
              <a:rPr kumimoji="1" lang="en-US" altLang="ja-JP">
                <a:latin typeface="Meiryo UI" charset="0"/>
                <a:ea typeface="Meiryo UI" charset="0"/>
              </a:rPr>
              <a:t>SELECT</a:t>
            </a:r>
            <a:r>
              <a:rPr kumimoji="1" lang="ja-JP" altLang="en-US">
                <a:latin typeface="Meiryo UI" charset="0"/>
                <a:ea typeface="Meiryo UI" charset="0"/>
              </a:rPr>
              <a:t>文と同様に「</a:t>
            </a:r>
            <a:r>
              <a:rPr kumimoji="1" lang="en-US" altLang="ja-JP">
                <a:latin typeface="Meiryo UI" charset="0"/>
                <a:ea typeface="Meiryo UI" charset="0"/>
              </a:rPr>
              <a:t>WHERE</a:t>
            </a:r>
            <a:r>
              <a:rPr kumimoji="1" lang="ja-JP" altLang="en-US">
                <a:latin typeface="Meiryo UI" charset="0"/>
                <a:ea typeface="Meiryo UI" charset="0"/>
              </a:rPr>
              <a:t>句」を</a:t>
            </a: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　　指定する。</a:t>
            </a:r>
            <a:endParaRPr kumimoji="1" lang="ja-JP">
              <a:latin typeface="Meiryo UI" charset="0"/>
              <a:ea typeface="Meiryo UI" charset="0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365508" y="1552769"/>
            <a:ext cx="9177277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spAutoFit/>
          </a:bodyPr>
          <a:lstStyle/>
          <a:p>
            <a:endParaRPr lang="en-US" altLang="ja-JP">
              <a:latin typeface="Meiryo UI"/>
              <a:ea typeface="Meiryo UI"/>
            </a:endParaRPr>
          </a:p>
          <a:p>
            <a:r>
              <a:rPr lang="en-US" altLang="ja-JP" sz="2400" b="1">
                <a:solidFill>
                  <a:srgbClr val="0082B3"/>
                </a:solidFill>
                <a:latin typeface="Meiryo UI"/>
                <a:ea typeface="Meiryo UI"/>
              </a:rPr>
              <a:t> UPDATE</a:t>
            </a:r>
            <a:r>
              <a:rPr lang="en-US" altLang="ja-JP" sz="2400">
                <a:solidFill>
                  <a:srgbClr val="0082B3"/>
                </a:solidFill>
                <a:latin typeface="Meiryo UI"/>
                <a:ea typeface="Meiryo UI"/>
              </a:rPr>
              <a:t> </a:t>
            </a:r>
            <a:r>
              <a:rPr lang="ja-JP" altLang="en-US" sz="2400">
                <a:latin typeface="Meiryo UI"/>
                <a:ea typeface="Meiryo UI"/>
              </a:rPr>
              <a:t>テーブル名</a:t>
            </a:r>
            <a:r>
              <a:rPr lang="en-US" altLang="ja-JP" sz="2400">
                <a:latin typeface="Meiryo UI"/>
                <a:ea typeface="Meiryo UI"/>
              </a:rPr>
              <a:t> </a:t>
            </a:r>
            <a:r>
              <a:rPr lang="en-US" altLang="ja-JP" sz="2400" b="1">
                <a:solidFill>
                  <a:srgbClr val="0070C0"/>
                </a:solidFill>
                <a:latin typeface="Meiryo UI"/>
                <a:ea typeface="Meiryo UI"/>
              </a:rPr>
              <a:t>SET</a:t>
            </a:r>
            <a:r>
              <a:rPr lang="en-US" altLang="ja-JP" sz="2400">
                <a:latin typeface="Meiryo UI"/>
                <a:ea typeface="Meiryo UI"/>
              </a:rPr>
              <a:t> </a:t>
            </a:r>
            <a:r>
              <a:rPr lang="ja-JP" altLang="en-US" sz="2400">
                <a:latin typeface="Meiryo UI"/>
                <a:ea typeface="Meiryo UI"/>
              </a:rPr>
              <a:t>列名 </a:t>
            </a:r>
            <a:r>
              <a:rPr lang="en-US" altLang="ja-JP" sz="2400">
                <a:latin typeface="Meiryo UI"/>
                <a:ea typeface="Meiryo UI"/>
              </a:rPr>
              <a:t>= '1' [,</a:t>
            </a:r>
            <a:r>
              <a:rPr lang="ja-JP" altLang="en-US" sz="2400">
                <a:latin typeface="Meiryo UI" charset="0"/>
                <a:ea typeface="Meiryo UI" charset="0"/>
              </a:rPr>
              <a:t>列名 </a:t>
            </a:r>
            <a:r>
              <a:rPr lang="en-US" altLang="ja-JP" sz="2400">
                <a:latin typeface="Meiryo UI" charset="0"/>
                <a:ea typeface="Meiryo UI" charset="0"/>
              </a:rPr>
              <a:t>= '2']</a:t>
            </a:r>
            <a:r>
              <a:rPr lang="ja-JP" altLang="en-US" sz="2400">
                <a:latin typeface="Meiryo UI" charset="0"/>
                <a:ea typeface="Meiryo UI" charset="0"/>
              </a:rPr>
              <a:t>　</a:t>
            </a:r>
            <a:r>
              <a:rPr lang="en-US" altLang="ja-JP" sz="2400">
                <a:latin typeface="Meiryo UI" charset="0"/>
                <a:ea typeface="Meiryo UI" charset="0"/>
              </a:rPr>
              <a:t>[</a:t>
            </a:r>
            <a:r>
              <a:rPr lang="en-US" altLang="ja-JP" sz="2400">
                <a:solidFill>
                  <a:srgbClr val="0070C0"/>
                </a:solidFill>
                <a:latin typeface="Meiryo UI" charset="0"/>
                <a:ea typeface="Meiryo UI" charset="0"/>
              </a:rPr>
              <a:t>WHERE</a:t>
            </a:r>
            <a:r>
              <a:rPr lang="ja-JP" altLang="en-US" sz="2400">
                <a:latin typeface="Meiryo UI" charset="0"/>
                <a:ea typeface="Meiryo UI" charset="0"/>
              </a:rPr>
              <a:t>句</a:t>
            </a:r>
            <a:r>
              <a:rPr lang="en-US" altLang="ja-JP" sz="2400">
                <a:latin typeface="Meiryo UI" charset="0"/>
                <a:ea typeface="Meiryo UI" charset="0"/>
              </a:rPr>
              <a:t>] </a:t>
            </a:r>
            <a:endParaRPr lang="ja-JP" altLang="en-US" sz="2400">
              <a:latin typeface="Meiryo UI" charset="0"/>
              <a:ea typeface="Meiryo UI" charset="0"/>
            </a:endParaRPr>
          </a:p>
          <a:p>
            <a:r>
              <a:rPr lang="en-US" altLang="ja-JP">
                <a:latin typeface="Meiryo UI"/>
                <a:ea typeface="Meiryo UI"/>
              </a:rPr>
              <a:t> </a:t>
            </a:r>
            <a:r>
              <a:rPr lang="ja-JP" altLang="en-US">
                <a:latin typeface="Meiryo UI"/>
                <a:ea typeface="Meiryo UI"/>
              </a:rPr>
              <a:t>（</a:t>
            </a:r>
            <a:r>
              <a:rPr lang="en-US" altLang="ja-JP">
                <a:latin typeface="Meiryo UI"/>
                <a:ea typeface="Meiryo UI"/>
              </a:rPr>
              <a:t>a</a:t>
            </a:r>
            <a:r>
              <a:rPr lang="ja-JP" altLang="en-US">
                <a:latin typeface="Meiryo UI"/>
                <a:ea typeface="Meiryo UI"/>
              </a:rPr>
              <a:t>）</a:t>
            </a:r>
            <a:r>
              <a:rPr lang="en-US" altLang="ja-JP">
                <a:latin typeface="Meiryo UI"/>
                <a:ea typeface="Meiryo UI"/>
              </a:rPr>
              <a:t>                              (b)</a:t>
            </a:r>
            <a:r>
              <a:rPr lang="ja-JP" altLang="en-US">
                <a:latin typeface="Meiryo UI"/>
                <a:ea typeface="Meiryo UI"/>
              </a:rPr>
              <a:t>　</a:t>
            </a:r>
          </a:p>
        </p:txBody>
      </p:sp>
      <p:cxnSp>
        <p:nvCxnSpPr>
          <p:cNvPr id="17" name="直線矢印コネクタ 16"/>
          <p:cNvCxnSpPr/>
          <p:nvPr/>
        </p:nvCxnSpPr>
        <p:spPr>
          <a:xfrm flipV="1">
            <a:off x="1520301" y="2268477"/>
            <a:ext cx="2769795" cy="8972"/>
          </a:xfrm>
          <a:prstGeom prst="straightConnector1">
            <a:avLst/>
          </a:prstGeom>
          <a:ln w="57150">
            <a:headEnd type="none"/>
            <a:tailEnd type="non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" name="直線矢印コネクタ 4"/>
          <p:cNvCxnSpPr/>
          <p:nvPr/>
        </p:nvCxnSpPr>
        <p:spPr>
          <a:xfrm flipV="1">
            <a:off x="4383967" y="2257260"/>
            <a:ext cx="3882688" cy="8972"/>
          </a:xfrm>
          <a:prstGeom prst="straightConnector1">
            <a:avLst/>
          </a:prstGeom>
          <a:ln w="57150">
            <a:headEnd type="none"/>
            <a:tailEnd type="non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3951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/>
          <p:cNvSpPr>
            <a:spLocks noGrp="1"/>
          </p:cNvSpPr>
          <p:nvPr>
            <p:ph sz="half" idx="1"/>
          </p:nvPr>
        </p:nvSpPr>
        <p:spPr>
          <a:xfrm>
            <a:off x="1065213" y="813655"/>
            <a:ext cx="9199562" cy="5345845"/>
          </a:xfrm>
        </p:spPr>
        <p:txBody>
          <a:bodyPr>
            <a:normAutofit lnSpcReduction="10000"/>
          </a:bodyPr>
          <a:lstStyle/>
          <a:p>
            <a:pPr marL="45720" indent="0">
              <a:buNone/>
            </a:pPr>
            <a:r>
              <a:rPr kumimoji="1" lang="ja-JP" altLang="en-US" b="1">
                <a:latin typeface="Meiryo UI" charset="0"/>
                <a:ea typeface="Meiryo UI" charset="0"/>
              </a:rPr>
              <a:t>④</a:t>
            </a:r>
            <a:r>
              <a:rPr kumimoji="1" lang="en-US" altLang="ja-JP" b="1">
                <a:latin typeface="Meiryo UI" charset="0"/>
                <a:ea typeface="Meiryo UI" charset="0"/>
              </a:rPr>
              <a:t>DELETE</a:t>
            </a:r>
            <a:r>
              <a:rPr kumimoji="1" lang="ja-JP" altLang="en-US" b="1">
                <a:latin typeface="Meiryo UI" charset="0"/>
                <a:ea typeface="Meiryo UI" charset="0"/>
              </a:rPr>
              <a:t>文</a:t>
            </a: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テーブル内のデータ</a:t>
            </a:r>
            <a:r>
              <a:rPr kumimoji="1" lang="en-US" altLang="ja-JP">
                <a:latin typeface="Meiryo UI" charset="0"/>
                <a:ea typeface="Meiryo UI" charset="0"/>
              </a:rPr>
              <a:t>(</a:t>
            </a:r>
            <a:r>
              <a:rPr kumimoji="1" lang="ja-JP" altLang="en-US">
                <a:latin typeface="Meiryo UI" charset="0"/>
                <a:ea typeface="Meiryo UI" charset="0"/>
              </a:rPr>
              <a:t>行</a:t>
            </a:r>
            <a:r>
              <a:rPr kumimoji="1" lang="en-US" altLang="ja-JP">
                <a:latin typeface="Meiryo UI" charset="0"/>
                <a:ea typeface="Meiryo UI" charset="0"/>
              </a:rPr>
              <a:t>)</a:t>
            </a:r>
            <a:r>
              <a:rPr kumimoji="1" lang="ja-JP" altLang="en-US">
                <a:latin typeface="Meiryo UI" charset="0"/>
                <a:ea typeface="Meiryo UI" charset="0"/>
              </a:rPr>
              <a:t>を削除するには、「</a:t>
            </a:r>
            <a:r>
              <a:rPr kumimoji="1" lang="en-US" altLang="ja-JP" b="1">
                <a:latin typeface="Meiryo UI" charset="0"/>
                <a:ea typeface="Meiryo UI" charset="0"/>
              </a:rPr>
              <a:t>DELETE</a:t>
            </a:r>
            <a:r>
              <a:rPr kumimoji="1" lang="ja-JP" altLang="en-US" b="1">
                <a:latin typeface="Meiryo UI" charset="0"/>
                <a:ea typeface="Meiryo UI" charset="0"/>
              </a:rPr>
              <a:t>文</a:t>
            </a:r>
            <a:r>
              <a:rPr kumimoji="1" lang="ja-JP" altLang="en-US">
                <a:latin typeface="Meiryo UI" charset="0"/>
                <a:ea typeface="Meiryo UI" charset="0"/>
              </a:rPr>
              <a:t>」を使用する。　</a:t>
            </a:r>
          </a:p>
          <a:p>
            <a:pPr marL="45720" indent="0">
              <a:buNone/>
            </a:pPr>
            <a:endParaRPr kumimoji="1" lang="ja-JP" altLang="en-US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kumimoji="1" lang="ja-JP" altLang="en-US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kumimoji="1" lang="ja-JP" altLang="en-US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</a:t>
            </a:r>
            <a:r>
              <a:rPr kumimoji="1" lang="en-US" altLang="ja-JP">
                <a:latin typeface="Meiryo UI" charset="0"/>
                <a:ea typeface="Meiryo UI" charset="0"/>
              </a:rPr>
              <a:t>(a) DELETE</a:t>
            </a:r>
            <a:r>
              <a:rPr kumimoji="1" lang="ja-JP" altLang="en-US">
                <a:latin typeface="Meiryo UI" charset="0"/>
                <a:ea typeface="Meiryo UI" charset="0"/>
              </a:rPr>
              <a:t>句</a:t>
            </a: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　・削除するデータ</a:t>
            </a:r>
            <a:r>
              <a:rPr kumimoji="1" lang="en-US" altLang="ja-JP">
                <a:latin typeface="Meiryo UI" charset="0"/>
                <a:ea typeface="Meiryo UI" charset="0"/>
              </a:rPr>
              <a:t>(</a:t>
            </a:r>
            <a:r>
              <a:rPr kumimoji="1" lang="ja-JP" altLang="en-US">
                <a:latin typeface="Meiryo UI" charset="0"/>
                <a:ea typeface="Meiryo UI" charset="0"/>
              </a:rPr>
              <a:t>行</a:t>
            </a:r>
            <a:r>
              <a:rPr kumimoji="1" lang="en-US" altLang="ja-JP">
                <a:latin typeface="Meiryo UI" charset="0"/>
                <a:ea typeface="Meiryo UI" charset="0"/>
              </a:rPr>
              <a:t>)</a:t>
            </a:r>
            <a:r>
              <a:rPr kumimoji="1" lang="ja-JP" altLang="en-US">
                <a:latin typeface="Meiryo UI" charset="0"/>
                <a:ea typeface="Meiryo UI" charset="0"/>
              </a:rPr>
              <a:t>が存在するテーブルを指定する。　</a:t>
            </a:r>
          </a:p>
          <a:p>
            <a:pPr marL="45720" indent="0">
              <a:buNone/>
            </a:pPr>
            <a:endParaRPr kumimoji="1" lang="en-US" altLang="ja-JP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</a:t>
            </a:r>
            <a:r>
              <a:rPr kumimoji="1" lang="en-US" altLang="ja-JP">
                <a:latin typeface="Meiryo UI" charset="0"/>
                <a:ea typeface="Meiryo UI" charset="0"/>
              </a:rPr>
              <a:t>※</a:t>
            </a:r>
            <a:r>
              <a:rPr kumimoji="1" lang="ja-JP" altLang="en-US">
                <a:latin typeface="Meiryo UI" charset="0"/>
                <a:ea typeface="Meiryo UI" charset="0"/>
              </a:rPr>
              <a:t> 特定のデータ</a:t>
            </a:r>
            <a:r>
              <a:rPr kumimoji="1" lang="en-US" altLang="ja-JP">
                <a:latin typeface="Meiryo UI" charset="0"/>
                <a:ea typeface="Meiryo UI" charset="0"/>
              </a:rPr>
              <a:t>(</a:t>
            </a:r>
            <a:r>
              <a:rPr kumimoji="1" lang="ja-JP" altLang="en-US">
                <a:latin typeface="Meiryo UI" charset="0"/>
                <a:ea typeface="Meiryo UI" charset="0"/>
              </a:rPr>
              <a:t>行</a:t>
            </a:r>
            <a:r>
              <a:rPr kumimoji="1" lang="en-US" altLang="ja-JP">
                <a:latin typeface="Meiryo UI" charset="0"/>
                <a:ea typeface="Meiryo UI" charset="0"/>
              </a:rPr>
              <a:t>)</a:t>
            </a:r>
            <a:r>
              <a:rPr kumimoji="1" lang="ja-JP" altLang="en-US">
                <a:latin typeface="Meiryo UI" charset="0"/>
                <a:ea typeface="Meiryo UI" charset="0"/>
              </a:rPr>
              <a:t>のみ削除する場合、</a:t>
            </a:r>
            <a:r>
              <a:rPr kumimoji="1" lang="en-US" altLang="ja-JP">
                <a:latin typeface="Meiryo UI" charset="0"/>
                <a:ea typeface="Meiryo UI" charset="0"/>
              </a:rPr>
              <a:t>SELECT</a:t>
            </a:r>
            <a:r>
              <a:rPr kumimoji="1" lang="ja-JP" altLang="en-US">
                <a:latin typeface="Meiryo UI" charset="0"/>
                <a:ea typeface="Meiryo UI" charset="0"/>
              </a:rPr>
              <a:t>文と同様に「</a:t>
            </a:r>
            <a:r>
              <a:rPr kumimoji="1" lang="en-US" altLang="ja-JP">
                <a:latin typeface="Meiryo UI" charset="0"/>
                <a:ea typeface="Meiryo UI" charset="0"/>
              </a:rPr>
              <a:t>WHERE</a:t>
            </a:r>
            <a:r>
              <a:rPr kumimoji="1" lang="ja-JP" altLang="en-US">
                <a:latin typeface="Meiryo UI" charset="0"/>
                <a:ea typeface="Meiryo UI" charset="0"/>
              </a:rPr>
              <a:t>句」を</a:t>
            </a: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　　指定する。</a:t>
            </a: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</a:t>
            </a:r>
            <a:endParaRPr kumimoji="1" lang="ja-JP">
              <a:latin typeface="Meiryo UI" charset="0"/>
              <a:ea typeface="Meiryo UI" charset="0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595486" y="1854694"/>
            <a:ext cx="8679690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spAutoFit/>
          </a:bodyPr>
          <a:lstStyle/>
          <a:p>
            <a:endParaRPr lang="en-US" altLang="ja-JP">
              <a:latin typeface="Meiryo UI"/>
              <a:ea typeface="Meiryo UI"/>
            </a:endParaRPr>
          </a:p>
          <a:p>
            <a:r>
              <a:rPr lang="en-US" altLang="ja-JP" sz="2400" b="1">
                <a:solidFill>
                  <a:srgbClr val="0082B3"/>
                </a:solidFill>
                <a:latin typeface="Meiryo UI"/>
                <a:ea typeface="Meiryo UI"/>
              </a:rPr>
              <a:t> DELETE FROM </a:t>
            </a:r>
            <a:r>
              <a:rPr lang="ja-JP" altLang="en-US" sz="2400">
                <a:latin typeface="Meiryo UI"/>
                <a:ea typeface="Meiryo UI"/>
              </a:rPr>
              <a:t>テーブル名</a:t>
            </a:r>
            <a:r>
              <a:rPr lang="en-US" altLang="ja-JP" sz="2400">
                <a:latin typeface="Meiryo UI"/>
                <a:ea typeface="Meiryo UI"/>
              </a:rPr>
              <a:t> [</a:t>
            </a:r>
            <a:r>
              <a:rPr lang="en-US" altLang="ja-JP" sz="2400">
                <a:solidFill>
                  <a:srgbClr val="0070C0"/>
                </a:solidFill>
                <a:latin typeface="Meiryo UI"/>
                <a:ea typeface="Meiryo UI"/>
              </a:rPr>
              <a:t>WHERE</a:t>
            </a:r>
            <a:r>
              <a:rPr lang="ja-JP" altLang="en-US" sz="2400">
                <a:latin typeface="Meiryo UI"/>
                <a:ea typeface="Meiryo UI"/>
              </a:rPr>
              <a:t>句</a:t>
            </a:r>
            <a:r>
              <a:rPr lang="en-US" altLang="ja-JP" sz="2400">
                <a:latin typeface="Meiryo UI"/>
                <a:ea typeface="Meiryo UI"/>
              </a:rPr>
              <a:t>]</a:t>
            </a:r>
            <a:endParaRPr lang="ja-JP" altLang="en-US" sz="2400">
              <a:latin typeface="Meiryo UI" charset="0"/>
              <a:ea typeface="Meiryo UI" charset="0"/>
            </a:endParaRPr>
          </a:p>
          <a:p>
            <a:r>
              <a:rPr lang="ja-JP" altLang="en-US">
                <a:latin typeface="Meiryo UI"/>
                <a:ea typeface="Meiryo UI"/>
              </a:rPr>
              <a:t>　</a:t>
            </a:r>
            <a:r>
              <a:rPr lang="en-US" altLang="ja-JP">
                <a:latin typeface="Meiryo UI"/>
                <a:ea typeface="Meiryo UI"/>
              </a:rPr>
              <a:t>(a)</a:t>
            </a:r>
            <a:endParaRPr lang="ja-JP" altLang="en-US">
              <a:latin typeface="Meiryo UI"/>
              <a:ea typeface="Meiryo UI"/>
            </a:endParaRPr>
          </a:p>
        </p:txBody>
      </p:sp>
      <p:cxnSp>
        <p:nvCxnSpPr>
          <p:cNvPr id="8" name="直線矢印コネクタ 7"/>
          <p:cNvCxnSpPr/>
          <p:nvPr/>
        </p:nvCxnSpPr>
        <p:spPr>
          <a:xfrm flipV="1">
            <a:off x="1710474" y="2530429"/>
            <a:ext cx="3763449" cy="8972"/>
          </a:xfrm>
          <a:prstGeom prst="straightConnector1">
            <a:avLst/>
          </a:prstGeom>
          <a:ln w="57150">
            <a:headEnd type="none"/>
            <a:tailEnd type="non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6463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/>
          <p:cNvSpPr>
            <a:spLocks noGrp="1"/>
          </p:cNvSpPr>
          <p:nvPr>
            <p:ph sz="half" idx="1"/>
          </p:nvPr>
        </p:nvSpPr>
        <p:spPr>
          <a:xfrm>
            <a:off x="1065213" y="798496"/>
            <a:ext cx="9199562" cy="5361004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kumimoji="1" lang="ja-JP" altLang="en-US" b="1">
                <a:latin typeface="Meiryo UI" charset="0"/>
                <a:ea typeface="Meiryo UI" charset="0"/>
              </a:rPr>
              <a:t>⑤</a:t>
            </a:r>
            <a:r>
              <a:rPr kumimoji="1" lang="en-US" altLang="ja-JP" b="1">
                <a:latin typeface="Meiryo UI" charset="0"/>
                <a:ea typeface="Meiryo UI" charset="0"/>
              </a:rPr>
              <a:t>DB</a:t>
            </a:r>
            <a:r>
              <a:rPr kumimoji="1" lang="ja-JP" altLang="en-US" b="1">
                <a:latin typeface="Meiryo UI" charset="0"/>
                <a:ea typeface="Meiryo UI" charset="0"/>
              </a:rPr>
              <a:t>の作成</a:t>
            </a:r>
            <a:endParaRPr kumimoji="1" lang="ja-JP" altLang="en-US" b="1">
              <a:latin typeface="MS PGothic" charset="0"/>
              <a:ea typeface="MS PGothic" charset="0"/>
            </a:endParaRP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新しくデータベースを作成する場合に使用。</a:t>
            </a:r>
          </a:p>
          <a:p>
            <a:pPr marL="45720" indent="0">
              <a:buNone/>
            </a:pPr>
            <a:endParaRPr kumimoji="1" lang="ja-JP" altLang="en-US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</a:t>
            </a:r>
            <a:r>
              <a:rPr kumimoji="1" lang="en-US" altLang="ja-JP">
                <a:latin typeface="Meiryo UI" charset="0"/>
                <a:ea typeface="Meiryo UI" charset="0"/>
              </a:rPr>
              <a:t>※ </a:t>
            </a:r>
            <a:r>
              <a:rPr kumimoji="1" lang="ja-JP" altLang="en-US">
                <a:latin typeface="Meiryo UI" charset="0"/>
                <a:ea typeface="Meiryo UI" charset="0"/>
              </a:rPr>
              <a:t>基本的にソフトウェア開発者は、実行しない。</a:t>
            </a:r>
          </a:p>
          <a:p>
            <a:pPr marL="45720" indent="0">
              <a:buNone/>
            </a:pPr>
            <a:r>
              <a:rPr kumimoji="1" lang="ja-JP" altLang="en-US" b="1">
                <a:latin typeface="Meiryo UI" charset="0"/>
                <a:ea typeface="Meiryo UI" charset="0"/>
              </a:rPr>
              <a:t>⑥表</a:t>
            </a:r>
            <a:r>
              <a:rPr kumimoji="1" lang="en-US" altLang="ja-JP" b="1">
                <a:latin typeface="Meiryo UI" charset="0"/>
                <a:ea typeface="Meiryo UI" charset="0"/>
              </a:rPr>
              <a:t>(</a:t>
            </a:r>
            <a:r>
              <a:rPr kumimoji="1" lang="ja-JP" altLang="en-US" b="1">
                <a:latin typeface="Meiryo UI" charset="0"/>
                <a:ea typeface="Meiryo UI" charset="0"/>
              </a:rPr>
              <a:t>テーブルの作成</a:t>
            </a:r>
            <a:r>
              <a:rPr kumimoji="1" lang="en-US" altLang="ja-JP" b="1">
                <a:latin typeface="Meiryo UI" charset="0"/>
                <a:ea typeface="Meiryo UI" charset="0"/>
              </a:rPr>
              <a:t>)</a:t>
            </a:r>
            <a:endParaRPr kumimoji="1" lang="ja-JP" altLang="en-US" b="1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新しくテーブルを作成する場合に使用。</a:t>
            </a:r>
            <a:endParaRPr kumimoji="1" lang="ja-JP">
              <a:latin typeface="MS PGothic" charset="0"/>
              <a:ea typeface="MS PGothic" charset="0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624233" y="1754052"/>
            <a:ext cx="6801132" cy="4619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ja-JP" sz="2400">
                <a:latin typeface="Meiryo UI"/>
                <a:ea typeface="Meiryo UI"/>
              </a:rPr>
              <a:t> </a:t>
            </a:r>
            <a:r>
              <a:rPr lang="en-US" altLang="ja-JP" sz="2400" b="1">
                <a:solidFill>
                  <a:srgbClr val="0070C0"/>
                </a:solidFill>
                <a:latin typeface="Meiryo UI"/>
                <a:ea typeface="Meiryo UI"/>
              </a:rPr>
              <a:t>CREATE DATABASE</a:t>
            </a:r>
            <a:r>
              <a:rPr lang="en-US" altLang="ja-JP" sz="2400">
                <a:latin typeface="Meiryo UI"/>
                <a:ea typeface="Meiryo UI"/>
              </a:rPr>
              <a:t> </a:t>
            </a:r>
            <a:r>
              <a:rPr lang="ja-JP" altLang="en-US" sz="2400">
                <a:latin typeface="Meiryo UI"/>
                <a:ea typeface="Meiryo UI"/>
              </a:rPr>
              <a:t>データベース名</a:t>
            </a: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1633538" y="3636963"/>
            <a:ext cx="6833486" cy="193833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ja-JP" sz="2400">
                <a:latin typeface="Meiryo UI"/>
                <a:ea typeface="Meiryo UI"/>
              </a:rPr>
              <a:t> </a:t>
            </a:r>
            <a:r>
              <a:rPr lang="en-US" altLang="ja-JP" sz="2400" b="1">
                <a:solidFill>
                  <a:srgbClr val="0070C0"/>
                </a:solidFill>
                <a:latin typeface="Meiryo UI"/>
                <a:ea typeface="Meiryo UI"/>
              </a:rPr>
              <a:t>CREATE TABLE</a:t>
            </a:r>
            <a:r>
              <a:rPr lang="en-US" altLang="ja-JP" sz="2400">
                <a:latin typeface="Meiryo UI"/>
                <a:ea typeface="Meiryo UI"/>
              </a:rPr>
              <a:t> </a:t>
            </a:r>
            <a:r>
              <a:rPr lang="ja-JP" altLang="en-US" sz="2400">
                <a:latin typeface="Meiryo UI"/>
                <a:ea typeface="Meiryo UI"/>
              </a:rPr>
              <a:t>テーブル名</a:t>
            </a:r>
            <a:r>
              <a:rPr lang="en-US" altLang="ja-JP" sz="2400">
                <a:latin typeface="Meiryo UI"/>
                <a:ea typeface="Meiryo UI"/>
              </a:rPr>
              <a:t>(</a:t>
            </a:r>
            <a:endParaRPr lang="ja-JP" altLang="en-US" sz="2400">
              <a:latin typeface="Meiryo UI"/>
              <a:ea typeface="Meiryo UI"/>
            </a:endParaRPr>
          </a:p>
          <a:p>
            <a:r>
              <a:rPr lang="en-US" altLang="ja-JP" sz="2400">
                <a:latin typeface="Meiryo UI"/>
                <a:ea typeface="Meiryo UI"/>
              </a:rPr>
              <a:t>     </a:t>
            </a:r>
            <a:r>
              <a:rPr lang="ja-JP" altLang="en-US" sz="2400">
                <a:latin typeface="Meiryo UI"/>
                <a:ea typeface="Meiryo UI"/>
              </a:rPr>
              <a:t>列名</a:t>
            </a:r>
            <a:r>
              <a:rPr lang="en-US" altLang="ja-JP" sz="2400">
                <a:latin typeface="Meiryo UI"/>
                <a:ea typeface="Meiryo UI"/>
              </a:rPr>
              <a:t>1 </a:t>
            </a:r>
            <a:r>
              <a:rPr lang="ja-JP" altLang="en-US" sz="2400">
                <a:latin typeface="Meiryo UI"/>
                <a:ea typeface="Meiryo UI"/>
              </a:rPr>
              <a:t>属性</a:t>
            </a:r>
            <a:r>
              <a:rPr lang="en-US" altLang="ja-JP" sz="2400">
                <a:latin typeface="Meiryo UI"/>
                <a:ea typeface="Meiryo UI"/>
              </a:rPr>
              <a:t> </a:t>
            </a:r>
            <a:r>
              <a:rPr lang="ja-JP" altLang="en-US" sz="2400">
                <a:latin typeface="Meiryo UI"/>
                <a:ea typeface="Meiryo UI"/>
              </a:rPr>
              <a:t>列制約</a:t>
            </a:r>
            <a:r>
              <a:rPr lang="en-US" altLang="ja-JP" sz="2400">
                <a:latin typeface="Meiryo UI"/>
                <a:ea typeface="Meiryo UI"/>
              </a:rPr>
              <a:t>,</a:t>
            </a:r>
            <a:endParaRPr lang="ja-JP" altLang="en-US" sz="2400">
              <a:latin typeface="Meiryo UI"/>
              <a:ea typeface="Meiryo UI"/>
            </a:endParaRPr>
          </a:p>
          <a:p>
            <a:r>
              <a:rPr lang="en-US" altLang="ja-JP" sz="2400">
                <a:latin typeface="Meiryo UI"/>
                <a:ea typeface="Meiryo UI"/>
              </a:rPr>
              <a:t>     </a:t>
            </a:r>
            <a:r>
              <a:rPr lang="ja-JP" altLang="en-US" sz="2400">
                <a:latin typeface="Meiryo UI"/>
                <a:ea typeface="Meiryo UI"/>
              </a:rPr>
              <a:t>列名</a:t>
            </a:r>
            <a:r>
              <a:rPr lang="en-US" altLang="ja-JP" sz="2400">
                <a:latin typeface="Meiryo UI"/>
                <a:ea typeface="Meiryo UI"/>
              </a:rPr>
              <a:t>2 </a:t>
            </a:r>
            <a:r>
              <a:rPr lang="ja-JP" altLang="en-US" sz="2400">
                <a:latin typeface="Meiryo UI"/>
                <a:ea typeface="Meiryo UI"/>
              </a:rPr>
              <a:t>属性</a:t>
            </a:r>
            <a:r>
              <a:rPr lang="en-US" altLang="ja-JP" sz="2400">
                <a:latin typeface="Meiryo UI"/>
                <a:ea typeface="Meiryo UI"/>
              </a:rPr>
              <a:t>,</a:t>
            </a:r>
            <a:endParaRPr lang="ja-JP" altLang="en-US" sz="2400">
              <a:latin typeface="Meiryo UI"/>
              <a:ea typeface="Meiryo UI"/>
            </a:endParaRPr>
          </a:p>
          <a:p>
            <a:r>
              <a:rPr lang="en-US" altLang="ja-JP" sz="2400">
                <a:latin typeface="Meiryo UI"/>
                <a:ea typeface="Meiryo UI"/>
              </a:rPr>
              <a:t>     </a:t>
            </a:r>
            <a:r>
              <a:rPr lang="ja-JP" altLang="en-US" sz="2400">
                <a:latin typeface="Meiryo UI"/>
                <a:ea typeface="Meiryo UI"/>
              </a:rPr>
              <a:t>テーブル制約</a:t>
            </a:r>
            <a:endParaRPr lang="en-US" altLang="ja-JP" sz="2400">
              <a:latin typeface="Meiryo UI"/>
              <a:ea typeface="Meiryo UI"/>
            </a:endParaRPr>
          </a:p>
          <a:p>
            <a:r>
              <a:rPr lang="ja-JP" altLang="en-US" sz="2400">
                <a:latin typeface="Meiryo UI"/>
                <a:ea typeface="Meiryo UI"/>
              </a:rPr>
              <a:t> </a:t>
            </a:r>
            <a:r>
              <a:rPr lang="en-US" altLang="ja-JP" sz="2400">
                <a:latin typeface="Meiryo UI"/>
                <a:ea typeface="Meiryo UI"/>
              </a:rPr>
              <a:t>)</a:t>
            </a:r>
            <a:r>
              <a:rPr lang="ja-JP" altLang="en-US" sz="2400">
                <a:latin typeface="Meiryo UI"/>
                <a:ea typeface="Meiryo UI"/>
              </a:rPr>
              <a:t> 　</a:t>
            </a:r>
          </a:p>
        </p:txBody>
      </p:sp>
    </p:spTree>
    <p:extLst>
      <p:ext uri="{BB962C8B-B14F-4D97-AF65-F5344CB8AC3E}">
        <p14:creationId xmlns:p14="http://schemas.microsoft.com/office/powerpoint/2010/main" val="3066594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/>
          <p:cNvSpPr>
            <a:spLocks noGrp="1"/>
          </p:cNvSpPr>
          <p:nvPr>
            <p:ph sz="half" idx="1"/>
          </p:nvPr>
        </p:nvSpPr>
        <p:spPr>
          <a:xfrm>
            <a:off x="1065213" y="597466"/>
            <a:ext cx="9199562" cy="5562034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kumimoji="1" lang="en-US" altLang="ja-JP" b="1">
                <a:latin typeface="Meiryo UI" charset="0"/>
                <a:ea typeface="Meiryo UI" charset="0"/>
              </a:rPr>
              <a:t>【</a:t>
            </a:r>
            <a:r>
              <a:rPr kumimoji="1" lang="ja-JP" altLang="en-US" b="1">
                <a:latin typeface="Meiryo UI" charset="0"/>
                <a:ea typeface="Meiryo UI" charset="0"/>
              </a:rPr>
              <a:t>列の属性</a:t>
            </a:r>
            <a:r>
              <a:rPr kumimoji="1" lang="en-US" altLang="ja-JP" b="1">
                <a:latin typeface="Meiryo UI" charset="0"/>
                <a:ea typeface="Meiryo UI" charset="0"/>
              </a:rPr>
              <a:t>(</a:t>
            </a:r>
            <a:r>
              <a:rPr kumimoji="1" lang="ja-JP" altLang="en-US" b="1">
                <a:latin typeface="Meiryo UI" charset="0"/>
                <a:ea typeface="Meiryo UI" charset="0"/>
              </a:rPr>
              <a:t>データ型</a:t>
            </a:r>
            <a:r>
              <a:rPr kumimoji="1" lang="en-US" altLang="ja-JP" b="1">
                <a:latin typeface="Meiryo UI" charset="0"/>
                <a:ea typeface="Meiryo UI" charset="0"/>
              </a:rPr>
              <a:t>)】</a:t>
            </a:r>
            <a:endParaRPr kumimoji="1" lang="ja-JP" altLang="en-US" b="1">
              <a:latin typeface="MS PGothic" charset="0"/>
              <a:ea typeface="MS PGothic" charset="0"/>
            </a:endParaRP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表</a:t>
            </a:r>
            <a:r>
              <a:rPr kumimoji="1" lang="en-US" altLang="ja-JP">
                <a:latin typeface="Meiryo UI" charset="0"/>
                <a:ea typeface="Meiryo UI" charset="0"/>
              </a:rPr>
              <a:t>(</a:t>
            </a:r>
            <a:r>
              <a:rPr kumimoji="1" lang="ja-JP" altLang="en-US">
                <a:latin typeface="Meiryo UI" charset="0"/>
                <a:ea typeface="Meiryo UI" charset="0"/>
              </a:rPr>
              <a:t>テーブル</a:t>
            </a:r>
            <a:r>
              <a:rPr kumimoji="1" lang="en-US" altLang="ja-JP">
                <a:latin typeface="Meiryo UI" charset="0"/>
                <a:ea typeface="Meiryo UI" charset="0"/>
              </a:rPr>
              <a:t>)</a:t>
            </a:r>
            <a:r>
              <a:rPr kumimoji="1" lang="ja-JP" altLang="en-US">
                <a:latin typeface="Meiryo UI" charset="0"/>
                <a:ea typeface="Meiryo UI" charset="0"/>
              </a:rPr>
              <a:t>を構成する列</a:t>
            </a:r>
            <a:r>
              <a:rPr kumimoji="1" lang="en-US" altLang="ja-JP">
                <a:latin typeface="Meiryo UI" charset="0"/>
                <a:ea typeface="Meiryo UI" charset="0"/>
              </a:rPr>
              <a:t>(</a:t>
            </a:r>
            <a:r>
              <a:rPr kumimoji="1" lang="ja-JP" altLang="en-US">
                <a:latin typeface="Meiryo UI" charset="0"/>
                <a:ea typeface="Meiryo UI" charset="0"/>
              </a:rPr>
              <a:t>カラム</a:t>
            </a:r>
            <a:r>
              <a:rPr kumimoji="1" lang="en-US" altLang="ja-JP">
                <a:latin typeface="Meiryo UI" charset="0"/>
                <a:ea typeface="Meiryo UI" charset="0"/>
              </a:rPr>
              <a:t>)</a:t>
            </a:r>
            <a:r>
              <a:rPr kumimoji="1" lang="ja-JP" altLang="en-US">
                <a:latin typeface="Meiryo UI" charset="0"/>
                <a:ea typeface="Meiryo UI" charset="0"/>
              </a:rPr>
              <a:t>には属性</a:t>
            </a:r>
            <a:r>
              <a:rPr kumimoji="1" lang="en-US" altLang="ja-JP">
                <a:latin typeface="Meiryo UI" charset="0"/>
                <a:ea typeface="Meiryo UI" charset="0"/>
              </a:rPr>
              <a:t>(</a:t>
            </a:r>
            <a:r>
              <a:rPr kumimoji="1" lang="ja-JP" altLang="en-US">
                <a:latin typeface="Meiryo UI" charset="0"/>
                <a:ea typeface="Meiryo UI" charset="0"/>
              </a:rPr>
              <a:t>データ型</a:t>
            </a:r>
            <a:r>
              <a:rPr kumimoji="1" lang="en-US" altLang="ja-JP">
                <a:latin typeface="Meiryo UI" charset="0"/>
                <a:ea typeface="Meiryo UI" charset="0"/>
              </a:rPr>
              <a:t>)</a:t>
            </a:r>
            <a:r>
              <a:rPr kumimoji="1" lang="ja-JP" altLang="en-US">
                <a:latin typeface="Meiryo UI" charset="0"/>
                <a:ea typeface="Meiryo UI" charset="0"/>
              </a:rPr>
              <a:t>を定義する。</a:t>
            </a: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</a:t>
            </a:r>
          </a:p>
        </p:txBody>
      </p:sp>
      <p:pic>
        <p:nvPicPr>
          <p:cNvPr id="2" name="図 1" descr="DateTy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8900" y="1489075"/>
            <a:ext cx="6529644" cy="4857574"/>
          </a:xfrm>
          <a:prstGeom prst="rect">
            <a:avLst/>
          </a:prstGeom>
        </p:spPr>
      </p:pic>
      <p:sp>
        <p:nvSpPr>
          <p:cNvPr id="3" name="テキスト ボックス 2"/>
          <p:cNvSpPr txBox="1"/>
          <p:nvPr/>
        </p:nvSpPr>
        <p:spPr>
          <a:xfrm>
            <a:off x="7876755" y="4255712"/>
            <a:ext cx="3517900" cy="1354217"/>
          </a:xfrm>
          <a:prstGeom prst="rect">
            <a:avLst/>
          </a:prstGeom>
        </p:spPr>
        <p:txBody>
          <a:bodyPr rtlCol="0">
            <a:spAutoFit/>
          </a:bodyPr>
          <a:lstStyle/>
          <a:p>
            <a:r>
              <a:rPr lang="en-US" altLang="ja-JP" sz="1600">
                <a:latin typeface="ＭＳ ゴシック"/>
                <a:ea typeface="ＭＳ ゴシック"/>
              </a:rPr>
              <a:t>【</a:t>
            </a:r>
            <a:r>
              <a:rPr lang="ja-JP" altLang="en-US" sz="1600">
                <a:latin typeface="ＭＳ ゴシック"/>
                <a:ea typeface="ＭＳ ゴシック"/>
              </a:rPr>
              <a:t>左表は</a:t>
            </a:r>
            <a:r>
              <a:rPr lang="en-US" altLang="ja-JP" sz="1600">
                <a:latin typeface="ＭＳ ゴシック"/>
                <a:ea typeface="ＭＳ ゴシック"/>
              </a:rPr>
              <a:t>SQL99</a:t>
            </a:r>
            <a:r>
              <a:rPr lang="ja-JP" altLang="en-US" sz="1600">
                <a:latin typeface="ＭＳ ゴシック"/>
                <a:ea typeface="ＭＳ ゴシック"/>
              </a:rPr>
              <a:t>に準拠した例</a:t>
            </a:r>
            <a:r>
              <a:rPr lang="en-US" altLang="ja-JP" sz="1600">
                <a:latin typeface="ＭＳ ゴシック"/>
                <a:ea typeface="ＭＳ ゴシック"/>
              </a:rPr>
              <a:t>】</a:t>
            </a:r>
            <a:endParaRPr lang="ja-JP" altLang="en-US" sz="1600">
              <a:latin typeface="ＭＳ ゴシック"/>
              <a:ea typeface="ＭＳ ゴシック"/>
            </a:endParaRPr>
          </a:p>
          <a:p>
            <a:endParaRPr lang="ja-JP" altLang="en-US">
              <a:latin typeface="ＭＳ ゴシック"/>
              <a:ea typeface="ＭＳ ゴシック"/>
            </a:endParaRPr>
          </a:p>
          <a:p>
            <a:r>
              <a:rPr lang="en-US" altLang="ja-JP" sz="1600">
                <a:latin typeface="ＭＳ ゴシック"/>
                <a:ea typeface="ＭＳ ゴシック"/>
              </a:rPr>
              <a:t>※ SQL99 </a:t>
            </a:r>
            <a:r>
              <a:rPr lang="ja-JP" altLang="en-US" sz="1600">
                <a:latin typeface="ＭＳ ゴシック"/>
                <a:ea typeface="ＭＳ ゴシック"/>
              </a:rPr>
              <a:t>は、業界の標準規格</a:t>
            </a:r>
          </a:p>
          <a:p>
            <a:r>
              <a:rPr lang="en-US" altLang="ja-JP" sz="1600">
                <a:latin typeface="ＭＳ ゴシック"/>
                <a:ea typeface="ＭＳ ゴシック"/>
              </a:rPr>
              <a:t>※ RDBMS</a:t>
            </a:r>
            <a:r>
              <a:rPr lang="ja-JP" altLang="en-US" sz="1600">
                <a:latin typeface="ＭＳ ゴシック"/>
                <a:ea typeface="ＭＳ ゴシック"/>
              </a:rPr>
              <a:t>によって表現</a:t>
            </a:r>
            <a:r>
              <a:rPr lang="en-US" altLang="ja-JP" sz="1600">
                <a:latin typeface="ＭＳ ゴシック"/>
                <a:ea typeface="ＭＳ ゴシック"/>
              </a:rPr>
              <a:t>(</a:t>
            </a:r>
            <a:r>
              <a:rPr lang="ja-JP" altLang="en-US" sz="1600">
                <a:latin typeface="ＭＳ ゴシック"/>
                <a:ea typeface="ＭＳ ゴシック"/>
              </a:rPr>
              <a:t>使い方</a:t>
            </a:r>
            <a:r>
              <a:rPr lang="en-US" altLang="ja-JP" sz="1600">
                <a:latin typeface="ＭＳ ゴシック"/>
                <a:ea typeface="ＭＳ ゴシック"/>
              </a:rPr>
              <a:t>)</a:t>
            </a:r>
            <a:r>
              <a:rPr lang="ja-JP" altLang="en-US" sz="1600">
                <a:latin typeface="ＭＳ ゴシック"/>
                <a:ea typeface="ＭＳ ゴシック"/>
              </a:rPr>
              <a:t>が</a:t>
            </a:r>
          </a:p>
          <a:p>
            <a:r>
              <a:rPr lang="ja-JP" altLang="en-US" sz="1600">
                <a:latin typeface="ＭＳ ゴシック"/>
                <a:ea typeface="ＭＳ ゴシック"/>
              </a:rPr>
              <a:t>　</a:t>
            </a:r>
            <a:r>
              <a:rPr lang="en-US" altLang="ja-JP" sz="1600">
                <a:latin typeface="ＭＳ ゴシック"/>
                <a:ea typeface="ＭＳ ゴシック"/>
              </a:rPr>
              <a:t> </a:t>
            </a:r>
            <a:r>
              <a:rPr lang="ja-JP" altLang="en-US" sz="1600">
                <a:latin typeface="ＭＳ ゴシック"/>
                <a:ea typeface="ＭＳ ゴシック"/>
              </a:rPr>
              <a:t>異なる。</a:t>
            </a:r>
          </a:p>
        </p:txBody>
      </p:sp>
    </p:spTree>
    <p:extLst>
      <p:ext uri="{BB962C8B-B14F-4D97-AF65-F5344CB8AC3E}">
        <p14:creationId xmlns:p14="http://schemas.microsoft.com/office/powerpoint/2010/main" val="3069341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/>
          <p:cNvSpPr>
            <a:spLocks noGrp="1"/>
          </p:cNvSpPr>
          <p:nvPr>
            <p:ph sz="half" idx="1"/>
          </p:nvPr>
        </p:nvSpPr>
        <p:spPr>
          <a:xfrm>
            <a:off x="1065213" y="597466"/>
            <a:ext cx="9199562" cy="5562034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kumimoji="1" lang="en-US" altLang="ja-JP" b="1">
                <a:latin typeface="Meiryo UI" charset="0"/>
                <a:ea typeface="Meiryo UI" charset="0"/>
              </a:rPr>
              <a:t>【</a:t>
            </a:r>
            <a:r>
              <a:rPr kumimoji="1" lang="ja-JP" altLang="en-US" b="1">
                <a:latin typeface="Meiryo UI" charset="0"/>
                <a:ea typeface="Meiryo UI" charset="0"/>
              </a:rPr>
              <a:t>制約</a:t>
            </a:r>
            <a:r>
              <a:rPr kumimoji="1" lang="en-US" altLang="ja-JP" b="1">
                <a:latin typeface="Meiryo UI" charset="0"/>
                <a:ea typeface="Meiryo UI" charset="0"/>
              </a:rPr>
              <a:t>】</a:t>
            </a:r>
            <a:endParaRPr kumimoji="1" lang="ja-JP" altLang="en-US" b="1">
              <a:latin typeface="MS PGothic" charset="0"/>
              <a:ea typeface="MS PGothic" charset="0"/>
            </a:endParaRPr>
          </a:p>
          <a:p>
            <a:pPr marL="45720" indent="0">
              <a:buNone/>
            </a:pPr>
            <a:r>
              <a:rPr kumimoji="1" lang="en-US" altLang="ja-JP">
                <a:latin typeface="Meiryo UI" charset="0"/>
                <a:ea typeface="Meiryo UI" charset="0"/>
              </a:rPr>
              <a:t>   </a:t>
            </a:r>
            <a:r>
              <a:rPr kumimoji="1" lang="ja-JP" altLang="en-US">
                <a:latin typeface="Meiryo UI" charset="0"/>
                <a:ea typeface="Meiryo UI" charset="0"/>
              </a:rPr>
              <a:t>制約とは、登録するデータを常に正しい状態に保つための条件。</a:t>
            </a:r>
          </a:p>
          <a:p>
            <a:pPr marL="45720" indent="0">
              <a:buNone/>
            </a:pPr>
            <a:r>
              <a:rPr kumimoji="1" lang="en-US" altLang="ja-JP">
                <a:latin typeface="Meiryo UI" charset="0"/>
                <a:ea typeface="Meiryo UI" charset="0"/>
              </a:rPr>
              <a:t>   </a:t>
            </a:r>
            <a:r>
              <a:rPr kumimoji="1" lang="ja-JP" altLang="en-US">
                <a:latin typeface="Meiryo UI" charset="0"/>
                <a:ea typeface="Meiryo UI" charset="0"/>
              </a:rPr>
              <a:t>テーブルの作成時に制約を設定すると、データの登録時に制限をかけることができる。</a:t>
            </a:r>
          </a:p>
          <a:p>
            <a:pPr marL="45720" indent="0">
              <a:buNone/>
            </a:pPr>
            <a:r>
              <a:rPr kumimoji="1" lang="en-US" altLang="ja-JP">
                <a:latin typeface="Meiryo UI" charset="0"/>
                <a:ea typeface="Meiryo UI" charset="0"/>
              </a:rPr>
              <a:t> </a:t>
            </a:r>
            <a:r>
              <a:rPr kumimoji="1" lang="ja-JP" altLang="en-US">
                <a:latin typeface="Meiryo UI" charset="0"/>
                <a:ea typeface="Meiryo UI" charset="0"/>
              </a:rPr>
              <a:t>■ 制約の種類</a:t>
            </a: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制約の種類には主に以下のようなものがある。</a:t>
            </a: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</a:t>
            </a:r>
          </a:p>
        </p:txBody>
      </p:sp>
      <p:pic>
        <p:nvPicPr>
          <p:cNvPr id="7" name="図 6" descr="constra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1825" y="3094038"/>
            <a:ext cx="6183864" cy="2720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432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>
          <a:xfrm>
            <a:off x="1065213" y="643856"/>
            <a:ext cx="8686800" cy="5674394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kumimoji="1" lang="en-US" altLang="ja-JP" b="1">
                <a:latin typeface="Meiryo UI" charset="0"/>
                <a:ea typeface="Meiryo UI" charset="0"/>
              </a:rPr>
              <a:t>【</a:t>
            </a:r>
            <a:r>
              <a:rPr kumimoji="1" lang="ja-JP" altLang="en-US" b="1">
                <a:latin typeface="Meiryo UI" charset="0"/>
                <a:ea typeface="Meiryo UI" charset="0"/>
              </a:rPr>
              <a:t>参考</a:t>
            </a:r>
            <a:r>
              <a:rPr kumimoji="1" lang="en-US" altLang="ja-JP" b="1">
                <a:latin typeface="Meiryo UI" charset="0"/>
                <a:ea typeface="Meiryo UI" charset="0"/>
              </a:rPr>
              <a:t>】SQL</a:t>
            </a:r>
            <a:r>
              <a:rPr kumimoji="1" lang="ja-JP" altLang="en-US" b="1">
                <a:latin typeface="Meiryo UI" charset="0"/>
                <a:ea typeface="Meiryo UI" charset="0"/>
              </a:rPr>
              <a:t>の分類</a:t>
            </a:r>
            <a:endParaRPr kumimoji="1" lang="ja-JP" altLang="en-US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 ・</a:t>
            </a:r>
            <a:r>
              <a:rPr kumimoji="1" lang="en-US" altLang="ja-JP">
                <a:latin typeface="Meiryo UI" charset="0"/>
                <a:ea typeface="Meiryo UI" charset="0"/>
              </a:rPr>
              <a:t>SQL</a:t>
            </a:r>
            <a:r>
              <a:rPr kumimoji="1" lang="ja-JP" altLang="en-US">
                <a:latin typeface="Meiryo UI" charset="0"/>
                <a:ea typeface="Meiryo UI" charset="0"/>
              </a:rPr>
              <a:t>は以下の役割に応じて分類されている。</a:t>
            </a: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</a:t>
            </a:r>
            <a:r>
              <a:rPr kumimoji="1" lang="en-US" altLang="ja-JP">
                <a:latin typeface="Meiryo UI" charset="0"/>
                <a:ea typeface="Meiryo UI" charset="0"/>
              </a:rPr>
              <a:t>(1)</a:t>
            </a:r>
            <a:r>
              <a:rPr kumimoji="1" lang="ja-JP" altLang="en-US">
                <a:latin typeface="Meiryo UI" charset="0"/>
                <a:ea typeface="Meiryo UI" charset="0"/>
              </a:rPr>
              <a:t>表のデータを参照したり更新するための言語</a:t>
            </a: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　　「データ操作言語</a:t>
            </a:r>
            <a:r>
              <a:rPr kumimoji="1" lang="en-US" altLang="ja-JP">
                <a:latin typeface="Meiryo UI" charset="0"/>
                <a:ea typeface="Meiryo UI" charset="0"/>
              </a:rPr>
              <a:t>(DML</a:t>
            </a:r>
            <a:r>
              <a:rPr kumimoji="1" lang="ja-JP" altLang="en-US">
                <a:latin typeface="Meiryo UI" charset="0"/>
                <a:ea typeface="Meiryo UI" charset="0"/>
              </a:rPr>
              <a:t>：</a:t>
            </a:r>
            <a:r>
              <a:rPr kumimoji="1" lang="en-US" altLang="ja-JP">
                <a:latin typeface="Meiryo UI" charset="0"/>
                <a:ea typeface="Meiryo UI" charset="0"/>
              </a:rPr>
              <a:t>Data Manipulation Language)</a:t>
            </a:r>
            <a:r>
              <a:rPr kumimoji="1" lang="ja-JP" altLang="en-US">
                <a:latin typeface="Meiryo UI" charset="0"/>
                <a:ea typeface="Meiryo UI" charset="0"/>
              </a:rPr>
              <a:t>」</a:t>
            </a:r>
          </a:p>
          <a:p>
            <a:pPr marL="45720" indent="0">
              <a:buNone/>
            </a:pPr>
            <a:endParaRPr kumimoji="1" lang="ja-JP" altLang="en-US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</a:t>
            </a:r>
            <a:r>
              <a:rPr kumimoji="1" lang="en-US" altLang="ja-JP">
                <a:latin typeface="Meiryo UI" charset="0"/>
                <a:ea typeface="Meiryo UI" charset="0"/>
              </a:rPr>
              <a:t>(2)</a:t>
            </a:r>
            <a:r>
              <a:rPr kumimoji="1" lang="ja-JP" altLang="en-US">
                <a:latin typeface="Meiryo UI" charset="0"/>
                <a:ea typeface="Meiryo UI" charset="0"/>
              </a:rPr>
              <a:t>表を定義し管理するための言語</a:t>
            </a: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　　「データ定義言語</a:t>
            </a:r>
            <a:r>
              <a:rPr kumimoji="1" lang="en-US" altLang="ja-JP">
                <a:latin typeface="Meiryo UI" charset="0"/>
                <a:ea typeface="Meiryo UI" charset="0"/>
              </a:rPr>
              <a:t>(DDL</a:t>
            </a:r>
            <a:r>
              <a:rPr kumimoji="1" lang="ja-JP" altLang="en-US">
                <a:latin typeface="Meiryo UI" charset="0"/>
                <a:ea typeface="Meiryo UI" charset="0"/>
              </a:rPr>
              <a:t>：</a:t>
            </a:r>
            <a:r>
              <a:rPr kumimoji="1" lang="en-US" altLang="ja-JP">
                <a:latin typeface="Meiryo UI" charset="0"/>
                <a:ea typeface="Meiryo UI" charset="0"/>
              </a:rPr>
              <a:t>Data Difinition Language)</a:t>
            </a:r>
            <a:r>
              <a:rPr kumimoji="1" lang="ja-JP" altLang="en-US">
                <a:latin typeface="Meiryo UI" charset="0"/>
                <a:ea typeface="Meiryo UI" charset="0"/>
              </a:rPr>
              <a:t>」</a:t>
            </a:r>
            <a:r>
              <a:rPr kumimoji="1" lang="en-US" altLang="ja-JP">
                <a:latin typeface="Meiryo UI" charset="0"/>
                <a:ea typeface="Meiryo UI" charset="0"/>
              </a:rPr>
              <a:t> </a:t>
            </a:r>
          </a:p>
          <a:p>
            <a:pPr marL="45720" indent="0">
              <a:buNone/>
            </a:pPr>
            <a:endParaRPr kumimoji="1" lang="en-US" altLang="ja-JP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</a:t>
            </a:r>
            <a:r>
              <a:rPr kumimoji="1" lang="en-US" altLang="ja-JP">
                <a:latin typeface="Meiryo UI" charset="0"/>
                <a:ea typeface="Meiryo UI" charset="0"/>
              </a:rPr>
              <a:t>(3)</a:t>
            </a:r>
            <a:r>
              <a:rPr kumimoji="1" lang="ja-JP" altLang="en-US">
                <a:latin typeface="Meiryo UI" charset="0"/>
                <a:ea typeface="Meiryo UI" charset="0"/>
              </a:rPr>
              <a:t>表のデータを制御するための言語 </a:t>
            </a:r>
            <a:endParaRPr kumimoji="1" lang="en-US" altLang="ja-JP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　　「データ制御言語</a:t>
            </a:r>
            <a:r>
              <a:rPr kumimoji="1" lang="en-US" altLang="ja-JP">
                <a:latin typeface="Meiryo UI" charset="0"/>
                <a:ea typeface="Meiryo UI" charset="0"/>
              </a:rPr>
              <a:t>(DCL</a:t>
            </a:r>
            <a:r>
              <a:rPr kumimoji="1" lang="ja-JP" altLang="en-US">
                <a:latin typeface="Meiryo UI" charset="0"/>
                <a:ea typeface="Meiryo UI" charset="0"/>
              </a:rPr>
              <a:t>：</a:t>
            </a:r>
            <a:r>
              <a:rPr kumimoji="1" lang="en-US" altLang="ja-JP">
                <a:latin typeface="Meiryo UI" charset="0"/>
                <a:ea typeface="Meiryo UI" charset="0"/>
              </a:rPr>
              <a:t>Data Control Language)</a:t>
            </a:r>
            <a:r>
              <a:rPr kumimoji="1" lang="ja-JP" altLang="en-US">
                <a:latin typeface="Meiryo UI" charset="0"/>
                <a:ea typeface="Meiryo UI" charset="0"/>
              </a:rPr>
              <a:t>」</a:t>
            </a:r>
            <a:r>
              <a:rPr kumimoji="1" lang="en-US" altLang="ja-JP">
                <a:latin typeface="Meiryo UI" charset="0"/>
                <a:ea typeface="Meiryo UI" charset="0"/>
              </a:rPr>
              <a:t> </a:t>
            </a:r>
            <a:endParaRPr kumimoji="1" lang="ja-JP">
              <a:latin typeface="Meiryo UI" charset="0"/>
              <a:ea typeface="Meiryo U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3216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/>
          <p:cNvSpPr>
            <a:spLocks noGrp="1"/>
          </p:cNvSpPr>
          <p:nvPr>
            <p:ph sz="half" idx="1"/>
          </p:nvPr>
        </p:nvSpPr>
        <p:spPr>
          <a:xfrm>
            <a:off x="1065213" y="1225550"/>
            <a:ext cx="9199562" cy="4933415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kumimoji="1" lang="ja-JP" altLang="en-US" dirty="0">
                <a:latin typeface="Meiryo UI" charset="0"/>
                <a:ea typeface="Meiryo UI" charset="0"/>
              </a:rPr>
              <a:t>関数とは、データを使って何らかの処理をし、その結果を返す仕組み。</a:t>
            </a:r>
          </a:p>
          <a:p>
            <a:pPr marL="45720" indent="0">
              <a:buNone/>
            </a:pPr>
            <a:endParaRPr kumimoji="1" lang="ja-JP" altLang="en-US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 b="1" u="sng" dirty="0">
                <a:latin typeface="Meiryo UI" charset="0"/>
                <a:ea typeface="Meiryo UI" charset="0"/>
              </a:rPr>
              <a:t>単一行関数</a:t>
            </a:r>
          </a:p>
          <a:p>
            <a:pPr marL="45720" indent="0">
              <a:buNone/>
            </a:pPr>
            <a:r>
              <a:rPr kumimoji="1" lang="ja-JP" altLang="en-US" dirty="0">
                <a:latin typeface="Meiryo UI"/>
                <a:ea typeface="Meiryo UI"/>
              </a:rPr>
              <a:t>　各行に対して処理を行い、行単位で結果を返す。</a:t>
            </a:r>
          </a:p>
          <a:p>
            <a:pPr marL="45720" indent="0">
              <a:buNone/>
            </a:pPr>
            <a:r>
              <a:rPr kumimoji="1" lang="ja-JP" altLang="en-US" dirty="0">
                <a:latin typeface="Meiryo UI"/>
                <a:ea typeface="Meiryo UI"/>
              </a:rPr>
              <a:t>　引数には、列名または実際の値を</a:t>
            </a:r>
            <a:r>
              <a:rPr lang="ja-JP" altLang="en-US" dirty="0">
                <a:latin typeface="Meiryo UI"/>
                <a:ea typeface="Meiryo UI"/>
              </a:rPr>
              <a:t>指定する</a:t>
            </a:r>
            <a:r>
              <a:rPr kumimoji="1" lang="ja-JP" altLang="en-US" dirty="0">
                <a:latin typeface="Meiryo UI"/>
                <a:ea typeface="Meiryo UI"/>
              </a:rPr>
              <a:t>。</a:t>
            </a:r>
          </a:p>
          <a:p>
            <a:pPr marL="45720" indent="0">
              <a:buNone/>
            </a:pPr>
            <a:r>
              <a:rPr kumimoji="1" lang="ja-JP" altLang="en-US" b="1" u="sng" dirty="0">
                <a:latin typeface="Meiryo UI"/>
                <a:ea typeface="Meiryo UI"/>
              </a:rPr>
              <a:t>グループ関数</a:t>
            </a:r>
            <a:r>
              <a:rPr kumimoji="1" lang="en-US" altLang="ja-JP" b="1" u="sng" dirty="0">
                <a:latin typeface="Meiryo UI"/>
                <a:ea typeface="Meiryo UI"/>
              </a:rPr>
              <a:t>(</a:t>
            </a:r>
            <a:r>
              <a:rPr kumimoji="1" lang="ja-JP" altLang="en-US" b="1" u="sng" dirty="0">
                <a:latin typeface="Meiryo UI"/>
                <a:ea typeface="Meiryo UI"/>
              </a:rPr>
              <a:t>集計関数</a:t>
            </a:r>
            <a:r>
              <a:rPr kumimoji="1" lang="en-US" altLang="ja-JP" b="1" u="sng" dirty="0">
                <a:latin typeface="Meiryo UI"/>
                <a:ea typeface="Meiryo UI"/>
              </a:rPr>
              <a:t>)</a:t>
            </a:r>
            <a:endParaRPr kumimoji="1" lang="ja-JP" altLang="en-US" b="1" u="sng" dirty="0">
              <a:latin typeface="Meiryo UI"/>
              <a:ea typeface="Meiryo UI"/>
            </a:endParaRPr>
          </a:p>
          <a:p>
            <a:pPr marL="45720" indent="0">
              <a:buNone/>
            </a:pPr>
            <a:r>
              <a:rPr kumimoji="1" lang="ja-JP" altLang="en-US" dirty="0">
                <a:latin typeface="Meiryo UI"/>
                <a:ea typeface="Meiryo UI"/>
              </a:rPr>
              <a:t>　複数の行を</a:t>
            </a:r>
            <a:r>
              <a:rPr kumimoji="1" lang="en-US" altLang="ja-JP" dirty="0">
                <a:latin typeface="Meiryo UI"/>
                <a:ea typeface="Meiryo UI"/>
              </a:rPr>
              <a:t>1</a:t>
            </a:r>
            <a:r>
              <a:rPr kumimoji="1" lang="ja-JP" altLang="en-US" dirty="0">
                <a:latin typeface="Meiryo UI"/>
                <a:ea typeface="Meiryo UI"/>
              </a:rPr>
              <a:t>グループとして処理を行い、１つの結果を返す。</a:t>
            </a:r>
          </a:p>
          <a:p>
            <a:pPr marL="45720" indent="0">
              <a:buNone/>
            </a:pPr>
            <a:r>
              <a:rPr kumimoji="1" lang="ja-JP" altLang="en-US" dirty="0">
                <a:latin typeface="Meiryo UI"/>
                <a:ea typeface="Meiryo UI"/>
              </a:rPr>
              <a:t>　引数には列名を</a:t>
            </a:r>
            <a:r>
              <a:rPr lang="ja-JP" altLang="en-US" dirty="0">
                <a:latin typeface="Meiryo UI"/>
                <a:ea typeface="Meiryo UI"/>
              </a:rPr>
              <a:t>指定</a:t>
            </a:r>
            <a:r>
              <a:rPr kumimoji="1" lang="ja-JP" altLang="en-US" dirty="0">
                <a:latin typeface="Meiryo UI"/>
                <a:ea typeface="Meiryo UI"/>
              </a:rPr>
              <a:t>する。</a:t>
            </a:r>
          </a:p>
          <a:p>
            <a:pPr marL="45720" indent="0">
              <a:buNone/>
            </a:pPr>
            <a:r>
              <a:rPr kumimoji="1" lang="ja-JP" altLang="en-US" dirty="0">
                <a:latin typeface="Meiryo UI"/>
                <a:ea typeface="Meiryo UI"/>
              </a:rPr>
              <a:t>　</a:t>
            </a:r>
            <a:endParaRPr kumimoji="1" lang="ja-JP" b="1" u="sng" dirty="0">
              <a:latin typeface="Meiryo UI"/>
              <a:ea typeface="Meiryo UI"/>
            </a:endParaRPr>
          </a:p>
        </p:txBody>
      </p:sp>
      <p:sp>
        <p:nvSpPr>
          <p:cNvPr id="13" name="タイトル 12"/>
          <p:cNvSpPr>
            <a:spLocks noGrp="1"/>
          </p:cNvSpPr>
          <p:nvPr>
            <p:ph type="title"/>
          </p:nvPr>
        </p:nvSpPr>
        <p:spPr>
          <a:xfrm>
            <a:off x="1065213" y="533400"/>
            <a:ext cx="8686800" cy="538529"/>
          </a:xfrm>
        </p:spPr>
        <p:txBody>
          <a:bodyPr/>
          <a:lstStyle/>
          <a:p>
            <a:r>
              <a:rPr kumimoji="1" lang="en-US" altLang="ja-JP" sz="2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3. </a:t>
            </a:r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関数</a:t>
            </a:r>
            <a:endParaRPr kumimoji="1" lang="ja-JP" sz="28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90015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/>
          <p:cNvSpPr>
            <a:spLocks noGrp="1"/>
          </p:cNvSpPr>
          <p:nvPr>
            <p:ph sz="half" idx="1"/>
          </p:nvPr>
        </p:nvSpPr>
        <p:spPr>
          <a:xfrm>
            <a:off x="1114425" y="773113"/>
            <a:ext cx="9485313" cy="530516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</a:t>
            </a:r>
            <a:endParaRPr kumimoji="1" lang="ja-JP">
              <a:latin typeface="Meiryo UI" charset="0"/>
              <a:ea typeface="Meiryo UI" charset="0"/>
            </a:endParaRPr>
          </a:p>
        </p:txBody>
      </p:sp>
      <p:pic>
        <p:nvPicPr>
          <p:cNvPr id="7" name="図 6" descr="関数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700" y="952500"/>
            <a:ext cx="9164078" cy="4720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814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/>
          <p:cNvSpPr>
            <a:spLocks noGrp="1"/>
          </p:cNvSpPr>
          <p:nvPr>
            <p:ph sz="half" idx="1"/>
          </p:nvPr>
        </p:nvSpPr>
        <p:spPr>
          <a:xfrm>
            <a:off x="1114425" y="773113"/>
            <a:ext cx="9485313" cy="530516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</a:t>
            </a:r>
            <a:endParaRPr kumimoji="1" lang="ja-JP">
              <a:latin typeface="Meiryo UI" charset="0"/>
              <a:ea typeface="Meiryo UI" charset="0"/>
            </a:endParaRPr>
          </a:p>
        </p:txBody>
      </p:sp>
      <p:pic>
        <p:nvPicPr>
          <p:cNvPr id="2" name="図 1" descr="関数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662" y="948920"/>
            <a:ext cx="10202485" cy="490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396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/>
          <p:cNvSpPr>
            <a:spLocks noGrp="1"/>
          </p:cNvSpPr>
          <p:nvPr>
            <p:ph sz="half" idx="1"/>
          </p:nvPr>
        </p:nvSpPr>
        <p:spPr>
          <a:xfrm>
            <a:off x="1065212" y="1225550"/>
            <a:ext cx="10515600" cy="5251450"/>
          </a:xfrm>
        </p:spPr>
        <p:txBody>
          <a:bodyPr>
            <a:normAutofit fontScale="85000" lnSpcReduction="20000"/>
          </a:bodyPr>
          <a:lstStyle/>
          <a:p>
            <a:pPr marL="45720" indent="0">
              <a:buNone/>
            </a:pPr>
            <a:r>
              <a:rPr kumimoji="1" lang="ja-JP" altLang="en-US" b="1" dirty="0">
                <a:latin typeface="Meiryo UI" charset="0"/>
                <a:ea typeface="Meiryo UI" charset="0"/>
              </a:rPr>
              <a:t>結合</a:t>
            </a:r>
          </a:p>
          <a:p>
            <a:pPr marL="45720" indent="0">
              <a:buNone/>
            </a:pPr>
            <a:r>
              <a:rPr kumimoji="1" lang="ja-JP" altLang="en-US" dirty="0">
                <a:latin typeface="Meiryo UI"/>
                <a:ea typeface="Meiryo UI"/>
              </a:rPr>
              <a:t>　複数のテーブルを結合して、１つの</a:t>
            </a:r>
            <a:r>
              <a:rPr kumimoji="1" lang="en-US" altLang="ja-JP" dirty="0">
                <a:latin typeface="Meiryo UI"/>
                <a:ea typeface="Meiryo UI"/>
              </a:rPr>
              <a:t>SQL</a:t>
            </a:r>
            <a:r>
              <a:rPr kumimoji="1" lang="ja-JP" altLang="en-US" dirty="0">
                <a:latin typeface="Meiryo UI"/>
                <a:ea typeface="Meiryo UI"/>
              </a:rPr>
              <a:t>で</a:t>
            </a:r>
            <a:r>
              <a:rPr kumimoji="1" lang="en-US" altLang="ja-JP" dirty="0">
                <a:latin typeface="Meiryo UI"/>
                <a:ea typeface="Meiryo UI"/>
              </a:rPr>
              <a:t>1</a:t>
            </a:r>
            <a:r>
              <a:rPr kumimoji="1" lang="ja-JP" altLang="en-US" dirty="0">
                <a:latin typeface="Meiryo UI"/>
                <a:ea typeface="Meiryo UI"/>
              </a:rPr>
              <a:t>度にデータを取得することができる。</a:t>
            </a:r>
          </a:p>
          <a:p>
            <a:pPr marL="45720" indent="0">
              <a:buNone/>
            </a:pPr>
            <a:r>
              <a:rPr kumimoji="1" lang="ja-JP" altLang="en-US" dirty="0">
                <a:latin typeface="Meiryo UI"/>
                <a:ea typeface="Meiryo UI"/>
              </a:rPr>
              <a:t>　結合には、基本として以下の種類がある。</a:t>
            </a:r>
          </a:p>
          <a:p>
            <a:pPr marL="45720" indent="0">
              <a:buNone/>
            </a:pPr>
            <a:endParaRPr kumimoji="1" lang="ja-JP" altLang="en-US" dirty="0">
              <a:latin typeface="Meiryo UI"/>
              <a:ea typeface="Meiryo UI"/>
            </a:endParaRPr>
          </a:p>
          <a:p>
            <a:pPr marL="45720" indent="0">
              <a:buNone/>
            </a:pPr>
            <a:r>
              <a:rPr kumimoji="1" lang="ja-JP" altLang="en-US" b="1" dirty="0">
                <a:latin typeface="Meiryo UI"/>
                <a:ea typeface="Meiryo UI"/>
              </a:rPr>
              <a:t>  </a:t>
            </a:r>
            <a:r>
              <a:rPr kumimoji="1" lang="ja-JP" altLang="en-US" b="1" u="sng" dirty="0">
                <a:latin typeface="Meiryo UI"/>
                <a:ea typeface="Meiryo UI"/>
              </a:rPr>
              <a:t>内部結合</a:t>
            </a:r>
          </a:p>
          <a:p>
            <a:pPr marL="45720" indent="0">
              <a:buNone/>
            </a:pPr>
            <a:r>
              <a:rPr kumimoji="1" lang="ja-JP" altLang="en-US" dirty="0">
                <a:latin typeface="Meiryo UI"/>
                <a:ea typeface="Meiryo UI"/>
              </a:rPr>
              <a:t>　   複数のテーブルに対し指定した列の値が一致するデータのみを取り出す。</a:t>
            </a:r>
          </a:p>
          <a:p>
            <a:pPr marL="45720" indent="0">
              <a:buNone/>
            </a:pPr>
            <a:r>
              <a:rPr kumimoji="1" lang="ja-JP" altLang="en-US" dirty="0">
                <a:latin typeface="Meiryo UI"/>
                <a:ea typeface="Meiryo UI"/>
              </a:rPr>
              <a:t>   　</a:t>
            </a:r>
            <a:r>
              <a:rPr kumimoji="1" lang="en-US" altLang="ja-JP" dirty="0">
                <a:latin typeface="Meiryo UI"/>
                <a:ea typeface="Meiryo UI"/>
              </a:rPr>
              <a:t>【INNER JOIN</a:t>
            </a:r>
            <a:r>
              <a:rPr kumimoji="1" lang="ja-JP" altLang="en-US" dirty="0">
                <a:latin typeface="Meiryo UI"/>
                <a:ea typeface="Meiryo UI"/>
              </a:rPr>
              <a:t>句～</a:t>
            </a:r>
            <a:r>
              <a:rPr kumimoji="1" lang="en-US" altLang="ja-JP" dirty="0">
                <a:latin typeface="Meiryo UI"/>
                <a:ea typeface="Meiryo UI"/>
              </a:rPr>
              <a:t>ON</a:t>
            </a:r>
            <a:r>
              <a:rPr kumimoji="1" lang="ja-JP" altLang="en-US" dirty="0">
                <a:latin typeface="Meiryo UI"/>
                <a:ea typeface="Meiryo UI"/>
              </a:rPr>
              <a:t>句</a:t>
            </a:r>
            <a:r>
              <a:rPr kumimoji="1" lang="en-US" altLang="ja-JP" dirty="0">
                <a:latin typeface="Meiryo UI"/>
                <a:ea typeface="Meiryo UI"/>
              </a:rPr>
              <a:t>】</a:t>
            </a:r>
            <a:r>
              <a:rPr kumimoji="1" lang="ja-JP" altLang="en-US" dirty="0">
                <a:latin typeface="Meiryo UI"/>
                <a:ea typeface="Meiryo UI"/>
              </a:rPr>
              <a:t>を使用する。</a:t>
            </a:r>
            <a:endParaRPr kumimoji="1" lang="en-US" altLang="ja-JP" dirty="0">
              <a:latin typeface="Meiryo UI"/>
              <a:ea typeface="Meiryo UI"/>
            </a:endParaRPr>
          </a:p>
          <a:p>
            <a:pPr marL="45720" indent="0">
              <a:buNone/>
            </a:pPr>
            <a:r>
              <a:rPr kumimoji="1" lang="ja-JP" altLang="en-US" b="1" dirty="0">
                <a:latin typeface="Meiryo UI"/>
                <a:ea typeface="Meiryo UI"/>
              </a:rPr>
              <a:t>  </a:t>
            </a:r>
            <a:r>
              <a:rPr kumimoji="1" lang="ja-JP" altLang="en-US" b="1" u="sng" dirty="0">
                <a:latin typeface="Meiryo UI"/>
                <a:ea typeface="Meiryo UI"/>
              </a:rPr>
              <a:t>外部結合</a:t>
            </a:r>
            <a:endParaRPr kumimoji="1" lang="en-US" altLang="ja-JP" b="1" u="sng" dirty="0">
              <a:latin typeface="Meiryo UI"/>
              <a:ea typeface="Meiryo UI"/>
            </a:endParaRPr>
          </a:p>
          <a:p>
            <a:pPr marL="45720" indent="0">
              <a:buNone/>
            </a:pPr>
            <a:r>
              <a:rPr kumimoji="1" lang="ja-JP" altLang="en-US" b="1" dirty="0">
                <a:latin typeface="Meiryo UI"/>
                <a:ea typeface="Meiryo UI"/>
              </a:rPr>
              <a:t>　   </a:t>
            </a:r>
            <a:r>
              <a:rPr kumimoji="1" lang="ja-JP" altLang="en-US" dirty="0">
                <a:latin typeface="Meiryo UI"/>
                <a:ea typeface="Meiryo UI"/>
              </a:rPr>
              <a:t>内部結合した結果に加えて、一致する値がなかったデータを含めて取り出す。</a:t>
            </a:r>
            <a:endParaRPr kumimoji="1" lang="ja-JP" altLang="en-US" b="1" dirty="0">
              <a:latin typeface="Meiryo UI"/>
              <a:ea typeface="Meiryo UI"/>
            </a:endParaRPr>
          </a:p>
          <a:p>
            <a:pPr marL="45720" indent="0">
              <a:buNone/>
            </a:pPr>
            <a:r>
              <a:rPr kumimoji="1" lang="ja-JP" altLang="en-US" dirty="0">
                <a:latin typeface="Meiryo UI"/>
                <a:ea typeface="Meiryo UI"/>
              </a:rPr>
              <a:t>   　</a:t>
            </a:r>
            <a:r>
              <a:rPr kumimoji="1" lang="en-US" altLang="ja-JP" dirty="0">
                <a:latin typeface="Meiryo UI" charset="0"/>
                <a:ea typeface="Meiryo UI" charset="0"/>
              </a:rPr>
              <a:t>【LEFT(RIHGT) OUTER JOIN</a:t>
            </a:r>
            <a:r>
              <a:rPr kumimoji="1" lang="ja-JP" altLang="en-US" dirty="0">
                <a:latin typeface="Meiryo UI" charset="0"/>
                <a:ea typeface="Meiryo UI" charset="0"/>
              </a:rPr>
              <a:t>句～</a:t>
            </a:r>
            <a:r>
              <a:rPr kumimoji="1" lang="en-US" altLang="ja-JP" dirty="0">
                <a:latin typeface="Meiryo UI" charset="0"/>
                <a:ea typeface="Meiryo UI" charset="0"/>
              </a:rPr>
              <a:t>ON</a:t>
            </a:r>
            <a:r>
              <a:rPr kumimoji="1" lang="ja-JP" altLang="en-US" dirty="0">
                <a:latin typeface="Meiryo UI" charset="0"/>
                <a:ea typeface="Meiryo UI" charset="0"/>
              </a:rPr>
              <a:t>句</a:t>
            </a:r>
            <a:r>
              <a:rPr kumimoji="1" lang="en-US" altLang="ja-JP" dirty="0">
                <a:latin typeface="Meiryo UI" charset="0"/>
                <a:ea typeface="Meiryo UI" charset="0"/>
              </a:rPr>
              <a:t>】</a:t>
            </a:r>
            <a:r>
              <a:rPr kumimoji="1" lang="ja-JP" altLang="en-US" dirty="0">
                <a:latin typeface="Meiryo UI" charset="0"/>
                <a:ea typeface="Meiryo UI" charset="0"/>
              </a:rPr>
              <a:t>を使用する。</a:t>
            </a:r>
            <a:endParaRPr kumimoji="1" lang="en-US" altLang="ja-JP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lang="en-US" altLang="ja-JP" b="1" u="sng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lang="ja-JP" altLang="en-US" sz="1800" dirty="0">
                <a:latin typeface="Meiryo UI" charset="0"/>
                <a:ea typeface="Meiryo UI" charset="0"/>
              </a:rPr>
              <a:t>状況に応じて使い分ける必要がある。</a:t>
            </a:r>
            <a:endParaRPr lang="en-US" altLang="ja-JP" sz="1800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lang="ja-JP" altLang="en-US" sz="1800" dirty="0">
                <a:latin typeface="Meiryo UI" charset="0"/>
                <a:ea typeface="Meiryo UI" charset="0"/>
              </a:rPr>
              <a:t>また、結合条件が正しいかどうかは、取得されたデータを目視確認し、データに整合性があるかどうかを判断する事で確認する必要がある。</a:t>
            </a:r>
            <a:endParaRPr lang="en-US" altLang="ja-JP" sz="1800" dirty="0">
              <a:latin typeface="Meiryo UI" charset="0"/>
              <a:ea typeface="Meiryo UI" charset="0"/>
            </a:endParaRPr>
          </a:p>
        </p:txBody>
      </p:sp>
      <p:sp>
        <p:nvSpPr>
          <p:cNvPr id="13" name="タイトル 12"/>
          <p:cNvSpPr>
            <a:spLocks noGrp="1"/>
          </p:cNvSpPr>
          <p:nvPr>
            <p:ph type="title"/>
          </p:nvPr>
        </p:nvSpPr>
        <p:spPr>
          <a:xfrm>
            <a:off x="1065213" y="533400"/>
            <a:ext cx="8686800" cy="538529"/>
          </a:xfrm>
        </p:spPr>
        <p:txBody>
          <a:bodyPr/>
          <a:lstStyle/>
          <a:p>
            <a:r>
              <a:rPr kumimoji="1" lang="en-US" altLang="ja-JP" sz="2800" dirty="0">
                <a:solidFill>
                  <a:srgbClr val="00AEEF"/>
                </a:solidFill>
              </a:rPr>
              <a:t>4. </a:t>
            </a:r>
            <a:r>
              <a:rPr kumimoji="1" lang="ja-JP" altLang="en-US" sz="2800" dirty="0">
                <a:solidFill>
                  <a:srgbClr val="00AEEF"/>
                </a:solidFill>
                <a:latin typeface="Meiryo UI" charset="0"/>
                <a:ea typeface="Meiryo UI" charset="0"/>
              </a:rPr>
              <a:t>複雑なデータ操作</a:t>
            </a:r>
            <a:endParaRPr kumimoji="1" lang="ja-JP" sz="2800" dirty="0">
              <a:solidFill>
                <a:srgbClr val="00AEE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2801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C9CE51-99C9-46CA-A9A7-3375F8677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212" y="415447"/>
            <a:ext cx="3124200" cy="457200"/>
          </a:xfrm>
        </p:spPr>
        <p:txBody>
          <a:bodyPr>
            <a:normAutofit/>
          </a:bodyPr>
          <a:lstStyle/>
          <a:p>
            <a:r>
              <a:rPr kumimoji="1" lang="ja-JP" altLang="en-US" sz="2800" dirty="0">
                <a:solidFill>
                  <a:schemeClr val="tx1"/>
                </a:solidFill>
              </a:rPr>
              <a:t>内部結合のイメージ</a:t>
            </a:r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33F2945C-A8B6-4AA9-9D99-FEFF6500FE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6664779"/>
              </p:ext>
            </p:extLst>
          </p:nvPr>
        </p:nvGraphicFramePr>
        <p:xfrm>
          <a:off x="385444" y="1420137"/>
          <a:ext cx="4413570" cy="234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5595">
                  <a:extLst>
                    <a:ext uri="{9D8B030D-6E8A-4147-A177-3AD203B41FA5}">
                      <a16:colId xmlns:a16="http://schemas.microsoft.com/office/drawing/2014/main" val="1790378045"/>
                    </a:ext>
                  </a:extLst>
                </a:gridCol>
                <a:gridCol w="735595">
                  <a:extLst>
                    <a:ext uri="{9D8B030D-6E8A-4147-A177-3AD203B41FA5}">
                      <a16:colId xmlns:a16="http://schemas.microsoft.com/office/drawing/2014/main" val="3169640385"/>
                    </a:ext>
                  </a:extLst>
                </a:gridCol>
                <a:gridCol w="735595">
                  <a:extLst>
                    <a:ext uri="{9D8B030D-6E8A-4147-A177-3AD203B41FA5}">
                      <a16:colId xmlns:a16="http://schemas.microsoft.com/office/drawing/2014/main" val="948490422"/>
                    </a:ext>
                  </a:extLst>
                </a:gridCol>
                <a:gridCol w="735595">
                  <a:extLst>
                    <a:ext uri="{9D8B030D-6E8A-4147-A177-3AD203B41FA5}">
                      <a16:colId xmlns:a16="http://schemas.microsoft.com/office/drawing/2014/main" val="2012771387"/>
                    </a:ext>
                  </a:extLst>
                </a:gridCol>
                <a:gridCol w="735595">
                  <a:extLst>
                    <a:ext uri="{9D8B030D-6E8A-4147-A177-3AD203B41FA5}">
                      <a16:colId xmlns:a16="http://schemas.microsoft.com/office/drawing/2014/main" val="3294346342"/>
                    </a:ext>
                  </a:extLst>
                </a:gridCol>
                <a:gridCol w="735595">
                  <a:extLst>
                    <a:ext uri="{9D8B030D-6E8A-4147-A177-3AD203B41FA5}">
                      <a16:colId xmlns:a16="http://schemas.microsoft.com/office/drawing/2014/main" val="1149414830"/>
                    </a:ext>
                  </a:extLst>
                </a:gridCol>
              </a:tblGrid>
              <a:tr h="311138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社員</a:t>
                      </a:r>
                      <a:endParaRPr kumimoji="1" lang="en-US" altLang="ja-JP" sz="1400" dirty="0"/>
                    </a:p>
                    <a:p>
                      <a:pPr algn="ctr"/>
                      <a:r>
                        <a:rPr kumimoji="1" lang="ja-JP" altLang="en-US" sz="1400" dirty="0"/>
                        <a:t>番号</a:t>
                      </a:r>
                      <a:endParaRPr kumimoji="1" lang="en-US" altLang="ja-JP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名前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性別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部</a:t>
                      </a:r>
                      <a:endParaRPr kumimoji="1" lang="en-US" altLang="ja-JP" sz="1400" dirty="0"/>
                    </a:p>
                    <a:p>
                      <a:pPr algn="ctr"/>
                      <a:r>
                        <a:rPr kumimoji="1" lang="ja-JP" altLang="en-US" sz="1400" dirty="0"/>
                        <a:t>コード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課</a:t>
                      </a:r>
                      <a:endParaRPr kumimoji="1" lang="en-US" altLang="ja-JP" sz="1400" dirty="0"/>
                    </a:p>
                    <a:p>
                      <a:pPr algn="ctr"/>
                      <a:r>
                        <a:rPr kumimoji="1" lang="ja-JP" altLang="en-US" sz="1400" dirty="0"/>
                        <a:t>コード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住所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254933"/>
                  </a:ext>
                </a:extLst>
              </a:tr>
              <a:tr h="183023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0001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鈴木一郎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男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愛知県春日井市</a:t>
                      </a: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XXXX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5346311"/>
                  </a:ext>
                </a:extLst>
              </a:tr>
              <a:tr h="183023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0002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松井秀喜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男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石川県能美郡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XXX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210873"/>
                  </a:ext>
                </a:extLst>
              </a:tr>
              <a:tr h="183023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0003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斎藤佑樹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男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群馬県太田市</a:t>
                      </a:r>
                      <a:r>
                        <a:rPr lang="en-US" altLang="zh-TW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XXX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4571458"/>
                  </a:ext>
                </a:extLst>
              </a:tr>
              <a:tr h="183023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0004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長嶋茂雄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男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千葉県佐倉市</a:t>
                      </a:r>
                      <a:r>
                        <a:rPr lang="en-US" altLang="zh-TW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XXX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2738848"/>
                  </a:ext>
                </a:extLst>
              </a:tr>
              <a:tr h="183023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0005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野茂英雄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男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大阪府大阪市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XXX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6248436"/>
                  </a:ext>
                </a:extLst>
              </a:tr>
              <a:tr h="183023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0006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王貞治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男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東京都墨田区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XXX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578424"/>
                  </a:ext>
                </a:extLst>
              </a:tr>
            </a:tbl>
          </a:graphicData>
        </a:graphic>
      </p:graphicFrame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91BEF25B-D791-4D5B-BD5B-987F485CFE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2867847"/>
              </p:ext>
            </p:extLst>
          </p:nvPr>
        </p:nvGraphicFramePr>
        <p:xfrm>
          <a:off x="385444" y="4343400"/>
          <a:ext cx="3956368" cy="1752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7793">
                  <a:extLst>
                    <a:ext uri="{9D8B030D-6E8A-4147-A177-3AD203B41FA5}">
                      <a16:colId xmlns:a16="http://schemas.microsoft.com/office/drawing/2014/main" val="3766254302"/>
                    </a:ext>
                  </a:extLst>
                </a:gridCol>
                <a:gridCol w="847793">
                  <a:extLst>
                    <a:ext uri="{9D8B030D-6E8A-4147-A177-3AD203B41FA5}">
                      <a16:colId xmlns:a16="http://schemas.microsoft.com/office/drawing/2014/main" val="2021494901"/>
                    </a:ext>
                  </a:extLst>
                </a:gridCol>
                <a:gridCol w="1130391">
                  <a:extLst>
                    <a:ext uri="{9D8B030D-6E8A-4147-A177-3AD203B41FA5}">
                      <a16:colId xmlns:a16="http://schemas.microsoft.com/office/drawing/2014/main" val="3583243061"/>
                    </a:ext>
                  </a:extLst>
                </a:gridCol>
                <a:gridCol w="1130391">
                  <a:extLst>
                    <a:ext uri="{9D8B030D-6E8A-4147-A177-3AD203B41FA5}">
                      <a16:colId xmlns:a16="http://schemas.microsoft.com/office/drawing/2014/main" val="2321734420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部コード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課コード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部名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課名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6242239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effectLst/>
                        </a:rPr>
                        <a:t>01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effectLst/>
                        </a:rPr>
                        <a:t>01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>
                          <a:effectLst/>
                        </a:rPr>
                        <a:t>営業部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 dirty="0">
                          <a:effectLst/>
                        </a:rPr>
                        <a:t>営業第１課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670565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effectLst/>
                        </a:rPr>
                        <a:t>01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effectLst/>
                        </a:rPr>
                        <a:t>02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>
                          <a:effectLst/>
                        </a:rPr>
                        <a:t>営業部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 dirty="0">
                          <a:effectLst/>
                        </a:rPr>
                        <a:t>営業第２課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491007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effectLst/>
                        </a:rPr>
                        <a:t>02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>
                          <a:effectLst/>
                        </a:rPr>
                        <a:t>01</a:t>
                      </a:r>
                      <a:endParaRPr lang="en-US" altLang="ja-JP" sz="1000" b="1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>
                          <a:effectLst/>
                        </a:rPr>
                        <a:t>人事総務部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 dirty="0">
                          <a:effectLst/>
                        </a:rPr>
                        <a:t>人事課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7569662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effectLst/>
                        </a:rPr>
                        <a:t>03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effectLst/>
                        </a:rPr>
                        <a:t>01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 dirty="0">
                          <a:effectLst/>
                        </a:rPr>
                        <a:t>開発部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 dirty="0">
                          <a:effectLst/>
                        </a:rPr>
                        <a:t>保険開発課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8651946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effectLst/>
                        </a:rPr>
                        <a:t>03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effectLst/>
                        </a:rPr>
                        <a:t>02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 dirty="0">
                          <a:effectLst/>
                        </a:rPr>
                        <a:t>開発部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 dirty="0">
                          <a:effectLst/>
                        </a:rPr>
                        <a:t>金融開発課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1900689"/>
                  </a:ext>
                </a:extLst>
              </a:tr>
            </a:tbl>
          </a:graphicData>
        </a:graphic>
      </p:graphicFrame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5B92BE9-8CC8-4610-9562-18CB8A64221F}"/>
              </a:ext>
            </a:extLst>
          </p:cNvPr>
          <p:cNvSpPr txBox="1"/>
          <p:nvPr/>
        </p:nvSpPr>
        <p:spPr>
          <a:xfrm>
            <a:off x="336793" y="4028589"/>
            <a:ext cx="2089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■部課マスタテーブル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FAA3476-5829-4AA9-B365-0090446BDBC2}"/>
              </a:ext>
            </a:extLst>
          </p:cNvPr>
          <p:cNvSpPr txBox="1"/>
          <p:nvPr/>
        </p:nvSpPr>
        <p:spPr>
          <a:xfrm>
            <a:off x="385444" y="1097684"/>
            <a:ext cx="2089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■社員テーブル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8EF35EA-B81A-4D24-A35C-78A9E5DDE440}"/>
              </a:ext>
            </a:extLst>
          </p:cNvPr>
          <p:cNvSpPr txBox="1"/>
          <p:nvPr/>
        </p:nvSpPr>
        <p:spPr>
          <a:xfrm>
            <a:off x="5561012" y="928406"/>
            <a:ext cx="62423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この</a:t>
            </a:r>
            <a:r>
              <a:rPr kumimoji="1" lang="en-US" altLang="ja-JP" sz="1200" dirty="0"/>
              <a:t>2</a:t>
            </a:r>
            <a:r>
              <a:rPr kumimoji="1" lang="ja-JP" altLang="en-US" sz="1200" dirty="0" err="1"/>
              <a:t>つの</a:t>
            </a:r>
            <a:r>
              <a:rPr kumimoji="1" lang="ja-JP" altLang="en-US" sz="1200" dirty="0"/>
              <a:t>テーブルから、社員テーブルの「氏名」と、そのデータに関連する部下マスタテーブルの「部名」と「課名」を取得する状況を考える。</a:t>
            </a:r>
            <a:endParaRPr kumimoji="1" lang="en-US" altLang="ja-JP" sz="1200" dirty="0"/>
          </a:p>
          <a:p>
            <a:endParaRPr kumimoji="1" lang="en-US" altLang="ja-JP" sz="1200" dirty="0"/>
          </a:p>
          <a:p>
            <a:r>
              <a:rPr kumimoji="1" lang="ja-JP" altLang="en-US" sz="1200" dirty="0"/>
              <a:t>■取得結果のイメージ</a:t>
            </a:r>
          </a:p>
        </p:txBody>
      </p:sp>
      <p:graphicFrame>
        <p:nvGraphicFramePr>
          <p:cNvPr id="12" name="表 11">
            <a:extLst>
              <a:ext uri="{FF2B5EF4-FFF2-40B4-BE49-F238E27FC236}">
                <a16:creationId xmlns:a16="http://schemas.microsoft.com/office/drawing/2014/main" id="{EC0F3265-666A-44EE-ACA0-FBC1F95778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2897690"/>
              </p:ext>
            </p:extLst>
          </p:nvPr>
        </p:nvGraphicFramePr>
        <p:xfrm>
          <a:off x="5561012" y="1799965"/>
          <a:ext cx="5029200" cy="1641438"/>
        </p:xfrm>
        <a:graphic>
          <a:graphicData uri="http://schemas.openxmlformats.org/drawingml/2006/table">
            <a:tbl>
              <a:tblPr last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164670638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421757665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000799952"/>
                    </a:ext>
                  </a:extLst>
                </a:gridCol>
              </a:tblGrid>
              <a:tr h="27357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EM.</a:t>
                      </a:r>
                      <a:r>
                        <a:rPr lang="ja-JP" altLang="en-US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名前</a:t>
                      </a:r>
                      <a:endParaRPr lang="ja-JP" alt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BK.</a:t>
                      </a:r>
                      <a:r>
                        <a:rPr lang="ja-JP" altLang="en-US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部名</a:t>
                      </a:r>
                      <a:endParaRPr lang="ja-JP" alt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BK.</a:t>
                      </a:r>
                      <a:r>
                        <a:rPr lang="ja-JP" altLang="en-US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課名</a:t>
                      </a:r>
                      <a:endParaRPr lang="ja-JP" alt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8419502"/>
                  </a:ext>
                </a:extLst>
              </a:tr>
              <a:tr h="273573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 dirty="0">
                          <a:effectLst/>
                        </a:rPr>
                        <a:t>鈴木一郎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>
                          <a:effectLst/>
                        </a:rPr>
                        <a:t>営業部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 dirty="0">
                          <a:effectLst/>
                        </a:rPr>
                        <a:t>営業第１課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8742626"/>
                  </a:ext>
                </a:extLst>
              </a:tr>
              <a:tr h="273573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 dirty="0">
                          <a:effectLst/>
                        </a:rPr>
                        <a:t>松井秀喜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>
                          <a:effectLst/>
                        </a:rPr>
                        <a:t>営業部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>
                          <a:effectLst/>
                        </a:rPr>
                        <a:t>営業第１課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2195485"/>
                  </a:ext>
                </a:extLst>
              </a:tr>
              <a:tr h="273573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 dirty="0">
                          <a:effectLst/>
                        </a:rPr>
                        <a:t>斎藤佑樹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>
                          <a:effectLst/>
                        </a:rPr>
                        <a:t>開発部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>
                          <a:effectLst/>
                        </a:rPr>
                        <a:t>保険開発課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0108348"/>
                  </a:ext>
                </a:extLst>
              </a:tr>
              <a:tr h="273573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 dirty="0">
                          <a:effectLst/>
                        </a:rPr>
                        <a:t>長嶋茂雄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>
                          <a:effectLst/>
                        </a:rPr>
                        <a:t>人事総務部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 dirty="0">
                          <a:effectLst/>
                        </a:rPr>
                        <a:t>人事課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810236"/>
                  </a:ext>
                </a:extLst>
              </a:tr>
              <a:tr h="273573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野茂</a:t>
                      </a:r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英</a:t>
                      </a:r>
                      <a:r>
                        <a:rPr lang="ja-JP" altLang="en-US" sz="1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雄</a:t>
                      </a:r>
                      <a:endParaRPr lang="ja-JP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営業部</a:t>
                      </a:r>
                      <a:endParaRPr lang="ja-JP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営業第２課</a:t>
                      </a:r>
                      <a:endParaRPr lang="ja-JP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876382"/>
                  </a:ext>
                </a:extLst>
              </a:tr>
            </a:tbl>
          </a:graphicData>
        </a:graphic>
      </p:graphicFrame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3E26601-29C5-41A9-8F20-FEEFDB39D87B}"/>
              </a:ext>
            </a:extLst>
          </p:cNvPr>
          <p:cNvSpPr txBox="1"/>
          <p:nvPr/>
        </p:nvSpPr>
        <p:spPr>
          <a:xfrm>
            <a:off x="5561012" y="3788539"/>
            <a:ext cx="6242368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内部結合でデータを取得する場合、以下のように</a:t>
            </a:r>
            <a:r>
              <a:rPr kumimoji="1" lang="en-US" altLang="ja-JP" sz="1200" dirty="0"/>
              <a:t>SQL</a:t>
            </a:r>
            <a:r>
              <a:rPr kumimoji="1" lang="ja-JP" altLang="en-US" sz="1200" dirty="0"/>
              <a:t>を書かなくてはならない。</a:t>
            </a:r>
            <a:endParaRPr kumimoji="1" lang="en-US" altLang="ja-JP" sz="1200" dirty="0"/>
          </a:p>
          <a:p>
            <a:endParaRPr kumimoji="1" lang="en-US" altLang="ja-JP" sz="1200" dirty="0"/>
          </a:p>
          <a:p>
            <a:r>
              <a:rPr kumimoji="1" lang="en-US" altLang="ja-JP" sz="1400" dirty="0">
                <a:solidFill>
                  <a:srgbClr val="0070C0"/>
                </a:solidFill>
              </a:rPr>
              <a:t>SELECT</a:t>
            </a:r>
          </a:p>
          <a:p>
            <a:r>
              <a:rPr kumimoji="1" lang="ja-JP" altLang="en-US" sz="1400" dirty="0">
                <a:solidFill>
                  <a:srgbClr val="0070C0"/>
                </a:solidFill>
              </a:rPr>
              <a:t>    </a:t>
            </a:r>
            <a:r>
              <a:rPr kumimoji="1" lang="en-US" altLang="ja-JP" sz="1400" dirty="0">
                <a:solidFill>
                  <a:srgbClr val="0070C0"/>
                </a:solidFill>
              </a:rPr>
              <a:t>EM.</a:t>
            </a:r>
            <a:r>
              <a:rPr kumimoji="1" lang="ja-JP" altLang="en-US" sz="1400" dirty="0">
                <a:solidFill>
                  <a:srgbClr val="0070C0"/>
                </a:solidFill>
              </a:rPr>
              <a:t>名前</a:t>
            </a:r>
            <a:endParaRPr kumimoji="1" lang="en-US" altLang="ja-JP" sz="1400" dirty="0">
              <a:solidFill>
                <a:srgbClr val="0070C0"/>
              </a:solidFill>
            </a:endParaRPr>
          </a:p>
          <a:p>
            <a:r>
              <a:rPr kumimoji="1" lang="en-US" altLang="ja-JP" sz="1400" dirty="0">
                <a:solidFill>
                  <a:srgbClr val="0070C0"/>
                </a:solidFill>
              </a:rPr>
              <a:t>    , BK.</a:t>
            </a:r>
            <a:r>
              <a:rPr kumimoji="1" lang="ja-JP" altLang="en-US" sz="1400" dirty="0">
                <a:solidFill>
                  <a:srgbClr val="0070C0"/>
                </a:solidFill>
              </a:rPr>
              <a:t>部名</a:t>
            </a:r>
            <a:endParaRPr kumimoji="1" lang="en-US" altLang="ja-JP" sz="1400" dirty="0">
              <a:solidFill>
                <a:srgbClr val="0070C0"/>
              </a:solidFill>
            </a:endParaRPr>
          </a:p>
          <a:p>
            <a:r>
              <a:rPr kumimoji="1" lang="en-US" altLang="ja-JP" sz="1400" dirty="0">
                <a:solidFill>
                  <a:srgbClr val="0070C0"/>
                </a:solidFill>
              </a:rPr>
              <a:t>    , BK.</a:t>
            </a:r>
            <a:r>
              <a:rPr kumimoji="1" lang="ja-JP" altLang="en-US" sz="1400" dirty="0">
                <a:solidFill>
                  <a:srgbClr val="0070C0"/>
                </a:solidFill>
              </a:rPr>
              <a:t>課名</a:t>
            </a:r>
            <a:endParaRPr kumimoji="1" lang="en-US" altLang="ja-JP" sz="1400" dirty="0">
              <a:solidFill>
                <a:srgbClr val="0070C0"/>
              </a:solidFill>
            </a:endParaRPr>
          </a:p>
          <a:p>
            <a:r>
              <a:rPr kumimoji="1" lang="en-US" altLang="ja-JP" sz="1400" dirty="0">
                <a:solidFill>
                  <a:srgbClr val="0070C0"/>
                </a:solidFill>
              </a:rPr>
              <a:t>FROM</a:t>
            </a:r>
          </a:p>
          <a:p>
            <a:r>
              <a:rPr kumimoji="1" lang="en-US" altLang="ja-JP" sz="1400" dirty="0">
                <a:solidFill>
                  <a:srgbClr val="0070C0"/>
                </a:solidFill>
              </a:rPr>
              <a:t>    </a:t>
            </a:r>
            <a:r>
              <a:rPr kumimoji="1" lang="ja-JP" altLang="en-US" sz="1400" dirty="0">
                <a:solidFill>
                  <a:srgbClr val="0070C0"/>
                </a:solidFill>
              </a:rPr>
              <a:t>社員テーブル </a:t>
            </a:r>
            <a:r>
              <a:rPr kumimoji="1" lang="en-US" altLang="ja-JP" sz="1400" dirty="0">
                <a:solidFill>
                  <a:srgbClr val="0070C0"/>
                </a:solidFill>
              </a:rPr>
              <a:t>EM</a:t>
            </a:r>
          </a:p>
          <a:p>
            <a:r>
              <a:rPr kumimoji="1" lang="en-US" altLang="ja-JP" sz="1400" u="sng" dirty="0">
                <a:solidFill>
                  <a:srgbClr val="0070C0"/>
                </a:solidFill>
              </a:rPr>
              <a:t>INNER JOIN</a:t>
            </a:r>
          </a:p>
          <a:p>
            <a:r>
              <a:rPr kumimoji="1" lang="en-US" altLang="ja-JP" sz="1400" dirty="0">
                <a:solidFill>
                  <a:srgbClr val="0070C0"/>
                </a:solidFill>
              </a:rPr>
              <a:t>    </a:t>
            </a:r>
            <a:r>
              <a:rPr kumimoji="1" lang="ja-JP" altLang="en-US" sz="1400" dirty="0">
                <a:solidFill>
                  <a:srgbClr val="0070C0"/>
                </a:solidFill>
              </a:rPr>
              <a:t>部課マスタテーブル </a:t>
            </a:r>
            <a:r>
              <a:rPr kumimoji="1" lang="en-US" altLang="ja-JP" sz="1400" dirty="0">
                <a:solidFill>
                  <a:srgbClr val="0070C0"/>
                </a:solidFill>
              </a:rPr>
              <a:t>BK</a:t>
            </a:r>
          </a:p>
          <a:p>
            <a:r>
              <a:rPr kumimoji="1" lang="en-US" altLang="ja-JP" sz="1400" dirty="0">
                <a:solidFill>
                  <a:srgbClr val="0070C0"/>
                </a:solidFill>
              </a:rPr>
              <a:t>ON</a:t>
            </a:r>
          </a:p>
          <a:p>
            <a:r>
              <a:rPr kumimoji="1" lang="en-US" altLang="ja-JP" sz="1400" dirty="0">
                <a:solidFill>
                  <a:srgbClr val="0070C0"/>
                </a:solidFill>
              </a:rPr>
              <a:t>    EN.</a:t>
            </a:r>
            <a:r>
              <a:rPr kumimoji="1" lang="ja-JP" altLang="en-US" sz="1400" dirty="0">
                <a:solidFill>
                  <a:srgbClr val="0070C0"/>
                </a:solidFill>
              </a:rPr>
              <a:t>部コード </a:t>
            </a:r>
            <a:r>
              <a:rPr kumimoji="1" lang="en-US" altLang="ja-JP" sz="1400" dirty="0">
                <a:solidFill>
                  <a:srgbClr val="0070C0"/>
                </a:solidFill>
              </a:rPr>
              <a:t>= BK.</a:t>
            </a:r>
            <a:r>
              <a:rPr kumimoji="1" lang="ja-JP" altLang="en-US" sz="1400" dirty="0">
                <a:solidFill>
                  <a:srgbClr val="0070C0"/>
                </a:solidFill>
              </a:rPr>
              <a:t>部コード</a:t>
            </a:r>
            <a:endParaRPr kumimoji="1" lang="en-US" altLang="ja-JP" sz="1400" dirty="0">
              <a:solidFill>
                <a:srgbClr val="0070C0"/>
              </a:solidFill>
            </a:endParaRPr>
          </a:p>
          <a:p>
            <a:r>
              <a:rPr kumimoji="1" lang="en-US" altLang="ja-JP" sz="1400" dirty="0">
                <a:solidFill>
                  <a:srgbClr val="0070C0"/>
                </a:solidFill>
              </a:rPr>
              <a:t>    AND EM.</a:t>
            </a:r>
            <a:r>
              <a:rPr kumimoji="1" lang="ja-JP" altLang="en-US" sz="1400" dirty="0">
                <a:solidFill>
                  <a:srgbClr val="0070C0"/>
                </a:solidFill>
              </a:rPr>
              <a:t>課コード </a:t>
            </a:r>
            <a:r>
              <a:rPr kumimoji="1" lang="en-US" altLang="ja-JP" sz="1400" dirty="0">
                <a:solidFill>
                  <a:srgbClr val="0070C0"/>
                </a:solidFill>
              </a:rPr>
              <a:t>= BK.</a:t>
            </a:r>
            <a:r>
              <a:rPr kumimoji="1" lang="ja-JP" altLang="en-US" sz="1400" dirty="0">
                <a:solidFill>
                  <a:srgbClr val="0070C0"/>
                </a:solidFill>
              </a:rPr>
              <a:t>課コード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90460800-1250-492B-AE99-7986CB6A039A}"/>
              </a:ext>
            </a:extLst>
          </p:cNvPr>
          <p:cNvSpPr/>
          <p:nvPr/>
        </p:nvSpPr>
        <p:spPr>
          <a:xfrm>
            <a:off x="2475175" y="1251572"/>
            <a:ext cx="1638037" cy="2710828"/>
          </a:xfrm>
          <a:prstGeom prst="roundRect">
            <a:avLst/>
          </a:prstGeom>
          <a:solidFill>
            <a:schemeClr val="bg1">
              <a:alpha val="0"/>
            </a:schemeClr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5844928D-3E65-49FA-92D7-FC2F88A43135}"/>
              </a:ext>
            </a:extLst>
          </p:cNvPr>
          <p:cNvSpPr/>
          <p:nvPr/>
        </p:nvSpPr>
        <p:spPr>
          <a:xfrm>
            <a:off x="227275" y="4248666"/>
            <a:ext cx="1980937" cy="2032863"/>
          </a:xfrm>
          <a:prstGeom prst="roundRect">
            <a:avLst/>
          </a:prstGeom>
          <a:solidFill>
            <a:schemeClr val="bg1">
              <a:alpha val="0"/>
            </a:schemeClr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4156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C9CE51-99C9-46CA-A9A7-3375F8677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212" y="415447"/>
            <a:ext cx="3124200" cy="457200"/>
          </a:xfrm>
        </p:spPr>
        <p:txBody>
          <a:bodyPr>
            <a:normAutofit/>
          </a:bodyPr>
          <a:lstStyle/>
          <a:p>
            <a:r>
              <a:rPr kumimoji="1" lang="ja-JP" altLang="en-US" sz="2800" dirty="0">
                <a:solidFill>
                  <a:schemeClr val="tx1"/>
                </a:solidFill>
              </a:rPr>
              <a:t>外部結合のイメージ</a:t>
            </a:r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33F2945C-A8B6-4AA9-9D99-FEFF6500FE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5004379"/>
              </p:ext>
            </p:extLst>
          </p:nvPr>
        </p:nvGraphicFramePr>
        <p:xfrm>
          <a:off x="385444" y="1420137"/>
          <a:ext cx="4413570" cy="234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5595">
                  <a:extLst>
                    <a:ext uri="{9D8B030D-6E8A-4147-A177-3AD203B41FA5}">
                      <a16:colId xmlns:a16="http://schemas.microsoft.com/office/drawing/2014/main" val="1790378045"/>
                    </a:ext>
                  </a:extLst>
                </a:gridCol>
                <a:gridCol w="735595">
                  <a:extLst>
                    <a:ext uri="{9D8B030D-6E8A-4147-A177-3AD203B41FA5}">
                      <a16:colId xmlns:a16="http://schemas.microsoft.com/office/drawing/2014/main" val="3169640385"/>
                    </a:ext>
                  </a:extLst>
                </a:gridCol>
                <a:gridCol w="735595">
                  <a:extLst>
                    <a:ext uri="{9D8B030D-6E8A-4147-A177-3AD203B41FA5}">
                      <a16:colId xmlns:a16="http://schemas.microsoft.com/office/drawing/2014/main" val="948490422"/>
                    </a:ext>
                  </a:extLst>
                </a:gridCol>
                <a:gridCol w="735595">
                  <a:extLst>
                    <a:ext uri="{9D8B030D-6E8A-4147-A177-3AD203B41FA5}">
                      <a16:colId xmlns:a16="http://schemas.microsoft.com/office/drawing/2014/main" val="2012771387"/>
                    </a:ext>
                  </a:extLst>
                </a:gridCol>
                <a:gridCol w="735595">
                  <a:extLst>
                    <a:ext uri="{9D8B030D-6E8A-4147-A177-3AD203B41FA5}">
                      <a16:colId xmlns:a16="http://schemas.microsoft.com/office/drawing/2014/main" val="3294346342"/>
                    </a:ext>
                  </a:extLst>
                </a:gridCol>
                <a:gridCol w="735595">
                  <a:extLst>
                    <a:ext uri="{9D8B030D-6E8A-4147-A177-3AD203B41FA5}">
                      <a16:colId xmlns:a16="http://schemas.microsoft.com/office/drawing/2014/main" val="1149414830"/>
                    </a:ext>
                  </a:extLst>
                </a:gridCol>
              </a:tblGrid>
              <a:tr h="311138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社員</a:t>
                      </a:r>
                      <a:endParaRPr kumimoji="1" lang="en-US" altLang="ja-JP" sz="1400" dirty="0"/>
                    </a:p>
                    <a:p>
                      <a:pPr algn="ctr"/>
                      <a:r>
                        <a:rPr kumimoji="1" lang="ja-JP" altLang="en-US" sz="1400" dirty="0"/>
                        <a:t>番号</a:t>
                      </a:r>
                      <a:endParaRPr kumimoji="1" lang="en-US" altLang="ja-JP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名前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性別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部</a:t>
                      </a:r>
                      <a:endParaRPr kumimoji="1" lang="en-US" altLang="ja-JP" sz="1400" dirty="0"/>
                    </a:p>
                    <a:p>
                      <a:pPr algn="ctr"/>
                      <a:r>
                        <a:rPr kumimoji="1" lang="ja-JP" altLang="en-US" sz="1400" dirty="0"/>
                        <a:t>コード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課</a:t>
                      </a:r>
                      <a:endParaRPr kumimoji="1" lang="en-US" altLang="ja-JP" sz="1400" dirty="0"/>
                    </a:p>
                    <a:p>
                      <a:pPr algn="ctr"/>
                      <a:r>
                        <a:rPr kumimoji="1" lang="ja-JP" altLang="en-US" sz="1400" dirty="0"/>
                        <a:t>コード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 dirty="0"/>
                        <a:t>住所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254933"/>
                  </a:ext>
                </a:extLst>
              </a:tr>
              <a:tr h="183023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0001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鈴木一郎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男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愛知県春日井市</a:t>
                      </a: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XXXX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5346311"/>
                  </a:ext>
                </a:extLst>
              </a:tr>
              <a:tr h="183023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0002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松井秀喜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男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石川県能美郡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XXX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210873"/>
                  </a:ext>
                </a:extLst>
              </a:tr>
              <a:tr h="183023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0003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斎藤佑樹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男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群馬県太田市</a:t>
                      </a:r>
                      <a:r>
                        <a:rPr lang="en-US" altLang="zh-TW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XXX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4571458"/>
                  </a:ext>
                </a:extLst>
              </a:tr>
              <a:tr h="183023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0004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長嶋茂雄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男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千葉県佐倉市</a:t>
                      </a:r>
                      <a:r>
                        <a:rPr lang="en-US" altLang="zh-TW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XXX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2738848"/>
                  </a:ext>
                </a:extLst>
              </a:tr>
              <a:tr h="183023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0005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野茂英雄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男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大阪府大阪市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XXX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6248436"/>
                  </a:ext>
                </a:extLst>
              </a:tr>
              <a:tr h="183023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0006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王貞治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男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東京都墨田区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XXX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578424"/>
                  </a:ext>
                </a:extLst>
              </a:tr>
            </a:tbl>
          </a:graphicData>
        </a:graphic>
      </p:graphicFrame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91BEF25B-D791-4D5B-BD5B-987F485CFEB2}"/>
              </a:ext>
            </a:extLst>
          </p:cNvPr>
          <p:cNvGraphicFramePr>
            <a:graphicFrameLocks noGrp="1"/>
          </p:cNvGraphicFramePr>
          <p:nvPr/>
        </p:nvGraphicFramePr>
        <p:xfrm>
          <a:off x="385444" y="4343400"/>
          <a:ext cx="3956368" cy="1752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7793">
                  <a:extLst>
                    <a:ext uri="{9D8B030D-6E8A-4147-A177-3AD203B41FA5}">
                      <a16:colId xmlns:a16="http://schemas.microsoft.com/office/drawing/2014/main" val="3766254302"/>
                    </a:ext>
                  </a:extLst>
                </a:gridCol>
                <a:gridCol w="847793">
                  <a:extLst>
                    <a:ext uri="{9D8B030D-6E8A-4147-A177-3AD203B41FA5}">
                      <a16:colId xmlns:a16="http://schemas.microsoft.com/office/drawing/2014/main" val="2021494901"/>
                    </a:ext>
                  </a:extLst>
                </a:gridCol>
                <a:gridCol w="1130391">
                  <a:extLst>
                    <a:ext uri="{9D8B030D-6E8A-4147-A177-3AD203B41FA5}">
                      <a16:colId xmlns:a16="http://schemas.microsoft.com/office/drawing/2014/main" val="3583243061"/>
                    </a:ext>
                  </a:extLst>
                </a:gridCol>
                <a:gridCol w="1130391">
                  <a:extLst>
                    <a:ext uri="{9D8B030D-6E8A-4147-A177-3AD203B41FA5}">
                      <a16:colId xmlns:a16="http://schemas.microsoft.com/office/drawing/2014/main" val="2321734420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部コード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課コード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部名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課名</a:t>
                      </a:r>
                      <a:endParaRPr lang="ja-JP" alt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6242239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effectLst/>
                        </a:rPr>
                        <a:t>01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effectLst/>
                        </a:rPr>
                        <a:t>01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>
                          <a:effectLst/>
                        </a:rPr>
                        <a:t>営業部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 dirty="0">
                          <a:effectLst/>
                        </a:rPr>
                        <a:t>営業第１課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670565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effectLst/>
                        </a:rPr>
                        <a:t>01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effectLst/>
                        </a:rPr>
                        <a:t>02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>
                          <a:effectLst/>
                        </a:rPr>
                        <a:t>営業部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 dirty="0">
                          <a:effectLst/>
                        </a:rPr>
                        <a:t>営業第２課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491007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effectLst/>
                        </a:rPr>
                        <a:t>02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>
                          <a:effectLst/>
                        </a:rPr>
                        <a:t>01</a:t>
                      </a:r>
                      <a:endParaRPr lang="en-US" altLang="ja-JP" sz="1000" b="1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>
                          <a:effectLst/>
                        </a:rPr>
                        <a:t>人事総務部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 dirty="0">
                          <a:effectLst/>
                        </a:rPr>
                        <a:t>人事課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7569662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effectLst/>
                        </a:rPr>
                        <a:t>03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effectLst/>
                        </a:rPr>
                        <a:t>01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 dirty="0">
                          <a:effectLst/>
                        </a:rPr>
                        <a:t>開発部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 dirty="0">
                          <a:effectLst/>
                        </a:rPr>
                        <a:t>保険開発課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8651946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effectLst/>
                        </a:rPr>
                        <a:t>03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u="none" strike="noStrike" dirty="0">
                          <a:effectLst/>
                        </a:rPr>
                        <a:t>02</a:t>
                      </a:r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 dirty="0">
                          <a:effectLst/>
                        </a:rPr>
                        <a:t>開発部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 dirty="0">
                          <a:effectLst/>
                        </a:rPr>
                        <a:t>金融開発課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1900689"/>
                  </a:ext>
                </a:extLst>
              </a:tr>
            </a:tbl>
          </a:graphicData>
        </a:graphic>
      </p:graphicFrame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5B92BE9-8CC8-4610-9562-18CB8A64221F}"/>
              </a:ext>
            </a:extLst>
          </p:cNvPr>
          <p:cNvSpPr txBox="1"/>
          <p:nvPr/>
        </p:nvSpPr>
        <p:spPr>
          <a:xfrm>
            <a:off x="336793" y="4028589"/>
            <a:ext cx="2089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■部課マスタテーブル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FAA3476-5829-4AA9-B365-0090446BDBC2}"/>
              </a:ext>
            </a:extLst>
          </p:cNvPr>
          <p:cNvSpPr txBox="1"/>
          <p:nvPr/>
        </p:nvSpPr>
        <p:spPr>
          <a:xfrm>
            <a:off x="385444" y="1097684"/>
            <a:ext cx="2089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■社員テーブル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8EF35EA-B81A-4D24-A35C-78A9E5DDE440}"/>
              </a:ext>
            </a:extLst>
          </p:cNvPr>
          <p:cNvSpPr txBox="1"/>
          <p:nvPr/>
        </p:nvSpPr>
        <p:spPr>
          <a:xfrm>
            <a:off x="5561012" y="928406"/>
            <a:ext cx="62423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この</a:t>
            </a:r>
            <a:r>
              <a:rPr kumimoji="1" lang="en-US" altLang="ja-JP" sz="1200" dirty="0"/>
              <a:t>2</a:t>
            </a:r>
            <a:r>
              <a:rPr kumimoji="1" lang="ja-JP" altLang="en-US" sz="1200" dirty="0" err="1"/>
              <a:t>つの</a:t>
            </a:r>
            <a:r>
              <a:rPr kumimoji="1" lang="ja-JP" altLang="en-US" sz="1200" dirty="0"/>
              <a:t>テーブルから、社員テーブルの「氏名」と、そのデータに関連する部下マスタテーブルの「部名」と「課名」を取得する状況を考える。</a:t>
            </a:r>
            <a:endParaRPr kumimoji="1" lang="en-US" altLang="ja-JP" sz="1200" dirty="0"/>
          </a:p>
          <a:p>
            <a:endParaRPr kumimoji="1" lang="en-US" altLang="ja-JP" sz="1200" dirty="0"/>
          </a:p>
          <a:p>
            <a:r>
              <a:rPr kumimoji="1" lang="ja-JP" altLang="en-US" sz="1200" dirty="0"/>
              <a:t>■取得結果のイメージ</a:t>
            </a:r>
          </a:p>
        </p:txBody>
      </p:sp>
      <p:graphicFrame>
        <p:nvGraphicFramePr>
          <p:cNvPr id="12" name="表 11">
            <a:extLst>
              <a:ext uri="{FF2B5EF4-FFF2-40B4-BE49-F238E27FC236}">
                <a16:creationId xmlns:a16="http://schemas.microsoft.com/office/drawing/2014/main" id="{EC0F3265-666A-44EE-ACA0-FBC1F95778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0226204"/>
              </p:ext>
            </p:extLst>
          </p:nvPr>
        </p:nvGraphicFramePr>
        <p:xfrm>
          <a:off x="5561012" y="1799965"/>
          <a:ext cx="5029200" cy="1915011"/>
        </p:xfrm>
        <a:graphic>
          <a:graphicData uri="http://schemas.openxmlformats.org/drawingml/2006/table">
            <a:tbl>
              <a:tblPr last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164670638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421757665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000799952"/>
                    </a:ext>
                  </a:extLst>
                </a:gridCol>
              </a:tblGrid>
              <a:tr h="27357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EM.</a:t>
                      </a:r>
                      <a:r>
                        <a:rPr lang="ja-JP" altLang="en-US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名前</a:t>
                      </a:r>
                      <a:r>
                        <a:rPr lang="en-US" altLang="ja-JP" sz="10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jl</a:t>
                      </a:r>
                      <a:endParaRPr lang="ja-JP" alt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BK.</a:t>
                      </a:r>
                      <a:r>
                        <a:rPr lang="ja-JP" altLang="en-US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部名</a:t>
                      </a:r>
                      <a:endParaRPr lang="ja-JP" alt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BK.</a:t>
                      </a:r>
                      <a:r>
                        <a:rPr lang="ja-JP" altLang="en-US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課名</a:t>
                      </a:r>
                      <a:endParaRPr lang="ja-JP" alt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8419502"/>
                  </a:ext>
                </a:extLst>
              </a:tr>
              <a:tr h="273573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 dirty="0">
                          <a:effectLst/>
                        </a:rPr>
                        <a:t>鈴木一郎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>
                          <a:effectLst/>
                        </a:rPr>
                        <a:t>営業部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 dirty="0">
                          <a:effectLst/>
                        </a:rPr>
                        <a:t>営業第１課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8742626"/>
                  </a:ext>
                </a:extLst>
              </a:tr>
              <a:tr h="273573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 dirty="0">
                          <a:effectLst/>
                        </a:rPr>
                        <a:t>松井秀喜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>
                          <a:effectLst/>
                        </a:rPr>
                        <a:t>営業部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>
                          <a:effectLst/>
                        </a:rPr>
                        <a:t>営業第１課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2195485"/>
                  </a:ext>
                </a:extLst>
              </a:tr>
              <a:tr h="273573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 dirty="0">
                          <a:effectLst/>
                        </a:rPr>
                        <a:t>斎藤佑樹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>
                          <a:effectLst/>
                        </a:rPr>
                        <a:t>開発部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>
                          <a:effectLst/>
                        </a:rPr>
                        <a:t>保険開発課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0108348"/>
                  </a:ext>
                </a:extLst>
              </a:tr>
              <a:tr h="273573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 dirty="0">
                          <a:effectLst/>
                        </a:rPr>
                        <a:t>長嶋茂雄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>
                          <a:effectLst/>
                        </a:rPr>
                        <a:t>人事総務部</a:t>
                      </a:r>
                      <a:endParaRPr lang="ja-JP" altLang="en-US" sz="1000" b="1" i="0" u="none" strike="noStrike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 dirty="0">
                          <a:effectLst/>
                        </a:rPr>
                        <a:t>人事課</a:t>
                      </a:r>
                      <a:endParaRPr lang="ja-JP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810236"/>
                  </a:ext>
                </a:extLst>
              </a:tr>
              <a:tr h="273573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野茂</a:t>
                      </a:r>
                      <a:r>
                        <a:rPr lang="ja-JP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英</a:t>
                      </a:r>
                      <a:r>
                        <a:rPr lang="ja-JP" altLang="en-US" sz="1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雄</a:t>
                      </a:r>
                      <a:endParaRPr lang="ja-JP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営業部</a:t>
                      </a:r>
                      <a:endParaRPr lang="ja-JP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営業第２課</a:t>
                      </a:r>
                      <a:endParaRPr lang="ja-JP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876382"/>
                  </a:ext>
                </a:extLst>
              </a:tr>
              <a:tr h="273573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王貞治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null</a:t>
                      </a:r>
                      <a:endParaRPr lang="ja-JP" altLang="en-US" sz="1000" b="1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000" b="1" i="0" u="none" strike="noStrike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null</a:t>
                      </a:r>
                      <a:endParaRPr lang="ja-JP" altLang="en-US" sz="1000" b="1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878124"/>
                  </a:ext>
                </a:extLst>
              </a:tr>
            </a:tbl>
          </a:graphicData>
        </a:graphic>
      </p:graphicFrame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3E26601-29C5-41A9-8F20-FEEFDB39D87B}"/>
              </a:ext>
            </a:extLst>
          </p:cNvPr>
          <p:cNvSpPr txBox="1"/>
          <p:nvPr/>
        </p:nvSpPr>
        <p:spPr>
          <a:xfrm>
            <a:off x="5561012" y="3788539"/>
            <a:ext cx="6242368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外部結合でデータを取得する場合、以下のように</a:t>
            </a:r>
            <a:r>
              <a:rPr kumimoji="1" lang="en-US" altLang="ja-JP" sz="1200" dirty="0"/>
              <a:t>SQL</a:t>
            </a:r>
            <a:r>
              <a:rPr kumimoji="1" lang="ja-JP" altLang="en-US" sz="1200" dirty="0"/>
              <a:t>を書かなくてはならない。</a:t>
            </a:r>
            <a:endParaRPr kumimoji="1" lang="en-US" altLang="ja-JP" sz="1200" dirty="0"/>
          </a:p>
          <a:p>
            <a:endParaRPr kumimoji="1" lang="en-US" altLang="ja-JP" sz="1200" dirty="0"/>
          </a:p>
          <a:p>
            <a:r>
              <a:rPr kumimoji="1" lang="en-US" altLang="ja-JP" sz="1400" dirty="0">
                <a:solidFill>
                  <a:srgbClr val="0070C0"/>
                </a:solidFill>
              </a:rPr>
              <a:t>SELECT</a:t>
            </a:r>
          </a:p>
          <a:p>
            <a:r>
              <a:rPr kumimoji="1" lang="ja-JP" altLang="en-US" sz="1400" dirty="0">
                <a:solidFill>
                  <a:srgbClr val="0070C0"/>
                </a:solidFill>
              </a:rPr>
              <a:t>    </a:t>
            </a:r>
            <a:r>
              <a:rPr kumimoji="1" lang="en-US" altLang="ja-JP" sz="1400" dirty="0">
                <a:solidFill>
                  <a:srgbClr val="0070C0"/>
                </a:solidFill>
              </a:rPr>
              <a:t>EM.</a:t>
            </a:r>
            <a:r>
              <a:rPr kumimoji="1" lang="ja-JP" altLang="en-US" sz="1400" dirty="0">
                <a:solidFill>
                  <a:srgbClr val="0070C0"/>
                </a:solidFill>
              </a:rPr>
              <a:t>名前</a:t>
            </a:r>
            <a:endParaRPr kumimoji="1" lang="en-US" altLang="ja-JP" sz="1400" dirty="0">
              <a:solidFill>
                <a:srgbClr val="0070C0"/>
              </a:solidFill>
            </a:endParaRPr>
          </a:p>
          <a:p>
            <a:r>
              <a:rPr kumimoji="1" lang="en-US" altLang="ja-JP" sz="1400" dirty="0">
                <a:solidFill>
                  <a:srgbClr val="0070C0"/>
                </a:solidFill>
              </a:rPr>
              <a:t>    , BK.</a:t>
            </a:r>
            <a:r>
              <a:rPr kumimoji="1" lang="ja-JP" altLang="en-US" sz="1400" dirty="0">
                <a:solidFill>
                  <a:srgbClr val="0070C0"/>
                </a:solidFill>
              </a:rPr>
              <a:t>部名</a:t>
            </a:r>
            <a:endParaRPr kumimoji="1" lang="en-US" altLang="ja-JP" sz="1400" dirty="0">
              <a:solidFill>
                <a:srgbClr val="0070C0"/>
              </a:solidFill>
            </a:endParaRPr>
          </a:p>
          <a:p>
            <a:r>
              <a:rPr kumimoji="1" lang="en-US" altLang="ja-JP" sz="1400" dirty="0">
                <a:solidFill>
                  <a:srgbClr val="0070C0"/>
                </a:solidFill>
              </a:rPr>
              <a:t>    , BK.</a:t>
            </a:r>
            <a:r>
              <a:rPr kumimoji="1" lang="ja-JP" altLang="en-US" sz="1400" dirty="0">
                <a:solidFill>
                  <a:srgbClr val="0070C0"/>
                </a:solidFill>
              </a:rPr>
              <a:t>課名</a:t>
            </a:r>
            <a:endParaRPr kumimoji="1" lang="en-US" altLang="ja-JP" sz="1400" dirty="0">
              <a:solidFill>
                <a:srgbClr val="0070C0"/>
              </a:solidFill>
            </a:endParaRPr>
          </a:p>
          <a:p>
            <a:r>
              <a:rPr kumimoji="1" lang="en-US" altLang="ja-JP" sz="1400" dirty="0">
                <a:solidFill>
                  <a:srgbClr val="0070C0"/>
                </a:solidFill>
              </a:rPr>
              <a:t>FROM</a:t>
            </a:r>
          </a:p>
          <a:p>
            <a:r>
              <a:rPr kumimoji="1" lang="en-US" altLang="ja-JP" sz="1400" dirty="0">
                <a:solidFill>
                  <a:srgbClr val="0070C0"/>
                </a:solidFill>
              </a:rPr>
              <a:t>    </a:t>
            </a:r>
            <a:r>
              <a:rPr kumimoji="1" lang="ja-JP" altLang="en-US" sz="1400" dirty="0">
                <a:solidFill>
                  <a:srgbClr val="0070C0"/>
                </a:solidFill>
              </a:rPr>
              <a:t>社員テーブル </a:t>
            </a:r>
            <a:r>
              <a:rPr kumimoji="1" lang="en-US" altLang="ja-JP" sz="1400" dirty="0">
                <a:solidFill>
                  <a:srgbClr val="0070C0"/>
                </a:solidFill>
              </a:rPr>
              <a:t>EM</a:t>
            </a:r>
          </a:p>
          <a:p>
            <a:r>
              <a:rPr kumimoji="1" lang="en-US" altLang="ja-JP" sz="1400" u="sng" dirty="0">
                <a:solidFill>
                  <a:srgbClr val="0070C0"/>
                </a:solidFill>
              </a:rPr>
              <a:t>LEFT OUTER JOIN</a:t>
            </a:r>
          </a:p>
          <a:p>
            <a:r>
              <a:rPr kumimoji="1" lang="en-US" altLang="ja-JP" sz="1400" dirty="0">
                <a:solidFill>
                  <a:srgbClr val="0070C0"/>
                </a:solidFill>
              </a:rPr>
              <a:t>    </a:t>
            </a:r>
            <a:r>
              <a:rPr kumimoji="1" lang="ja-JP" altLang="en-US" sz="1400" dirty="0">
                <a:solidFill>
                  <a:srgbClr val="0070C0"/>
                </a:solidFill>
              </a:rPr>
              <a:t>部課マスタテーブル </a:t>
            </a:r>
            <a:r>
              <a:rPr kumimoji="1" lang="en-US" altLang="ja-JP" sz="1400" dirty="0">
                <a:solidFill>
                  <a:srgbClr val="0070C0"/>
                </a:solidFill>
              </a:rPr>
              <a:t>BK</a:t>
            </a:r>
          </a:p>
          <a:p>
            <a:r>
              <a:rPr kumimoji="1" lang="en-US" altLang="ja-JP" sz="1400" dirty="0">
                <a:solidFill>
                  <a:srgbClr val="0070C0"/>
                </a:solidFill>
              </a:rPr>
              <a:t>ON</a:t>
            </a:r>
          </a:p>
          <a:p>
            <a:r>
              <a:rPr kumimoji="1" lang="en-US" altLang="ja-JP" sz="1400" dirty="0">
                <a:solidFill>
                  <a:srgbClr val="0070C0"/>
                </a:solidFill>
              </a:rPr>
              <a:t>    EN.</a:t>
            </a:r>
            <a:r>
              <a:rPr kumimoji="1" lang="ja-JP" altLang="en-US" sz="1400" dirty="0">
                <a:solidFill>
                  <a:srgbClr val="0070C0"/>
                </a:solidFill>
              </a:rPr>
              <a:t>部コード </a:t>
            </a:r>
            <a:r>
              <a:rPr kumimoji="1" lang="en-US" altLang="ja-JP" sz="1400" dirty="0">
                <a:solidFill>
                  <a:srgbClr val="0070C0"/>
                </a:solidFill>
              </a:rPr>
              <a:t>= BK.</a:t>
            </a:r>
            <a:r>
              <a:rPr kumimoji="1" lang="ja-JP" altLang="en-US" sz="1400" dirty="0">
                <a:solidFill>
                  <a:srgbClr val="0070C0"/>
                </a:solidFill>
              </a:rPr>
              <a:t>部コード</a:t>
            </a:r>
            <a:endParaRPr kumimoji="1" lang="en-US" altLang="ja-JP" sz="1400" dirty="0">
              <a:solidFill>
                <a:srgbClr val="0070C0"/>
              </a:solidFill>
            </a:endParaRPr>
          </a:p>
          <a:p>
            <a:r>
              <a:rPr kumimoji="1" lang="en-US" altLang="ja-JP" sz="1400" dirty="0">
                <a:solidFill>
                  <a:srgbClr val="0070C0"/>
                </a:solidFill>
              </a:rPr>
              <a:t>    AND EM.</a:t>
            </a:r>
            <a:r>
              <a:rPr kumimoji="1" lang="ja-JP" altLang="en-US" sz="1400" dirty="0">
                <a:solidFill>
                  <a:srgbClr val="0070C0"/>
                </a:solidFill>
              </a:rPr>
              <a:t>課コード </a:t>
            </a:r>
            <a:r>
              <a:rPr kumimoji="1" lang="en-US" altLang="ja-JP" sz="1400" dirty="0">
                <a:solidFill>
                  <a:srgbClr val="0070C0"/>
                </a:solidFill>
              </a:rPr>
              <a:t>= BK.</a:t>
            </a:r>
            <a:r>
              <a:rPr kumimoji="1" lang="ja-JP" altLang="en-US" sz="1400" dirty="0">
                <a:solidFill>
                  <a:srgbClr val="0070C0"/>
                </a:solidFill>
              </a:rPr>
              <a:t>課コード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90460800-1250-492B-AE99-7986CB6A039A}"/>
              </a:ext>
            </a:extLst>
          </p:cNvPr>
          <p:cNvSpPr/>
          <p:nvPr/>
        </p:nvSpPr>
        <p:spPr>
          <a:xfrm>
            <a:off x="2475175" y="1251572"/>
            <a:ext cx="1638037" cy="2710828"/>
          </a:xfrm>
          <a:prstGeom prst="roundRect">
            <a:avLst/>
          </a:prstGeom>
          <a:solidFill>
            <a:schemeClr val="bg1">
              <a:alpha val="0"/>
            </a:schemeClr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5844928D-3E65-49FA-92D7-FC2F88A43135}"/>
              </a:ext>
            </a:extLst>
          </p:cNvPr>
          <p:cNvSpPr/>
          <p:nvPr/>
        </p:nvSpPr>
        <p:spPr>
          <a:xfrm>
            <a:off x="227275" y="4248666"/>
            <a:ext cx="1980937" cy="2032863"/>
          </a:xfrm>
          <a:prstGeom prst="roundRect">
            <a:avLst/>
          </a:prstGeom>
          <a:solidFill>
            <a:schemeClr val="bg1">
              <a:alpha val="0"/>
            </a:schemeClr>
          </a:solidFill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0336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/>
          <p:cNvSpPr>
            <a:spLocks noGrp="1"/>
          </p:cNvSpPr>
          <p:nvPr>
            <p:ph sz="half" idx="1"/>
          </p:nvPr>
        </p:nvSpPr>
        <p:spPr>
          <a:xfrm>
            <a:off x="1065213" y="773375"/>
            <a:ext cx="9199562" cy="5386125"/>
          </a:xfrm>
        </p:spPr>
        <p:txBody>
          <a:bodyPr>
            <a:normAutofit lnSpcReduction="10000"/>
          </a:bodyPr>
          <a:lstStyle/>
          <a:p>
            <a:pPr marL="45720" indent="0">
              <a:buNone/>
            </a:pPr>
            <a:r>
              <a:rPr kumimoji="1" lang="ja-JP" altLang="en-US" b="1">
                <a:latin typeface="Meiryo UI" charset="0"/>
                <a:ea typeface="Meiryo UI" charset="0"/>
              </a:rPr>
              <a:t>集合演算子</a:t>
            </a:r>
          </a:p>
          <a:p>
            <a:pPr marL="45720" indent="0">
              <a:buNone/>
            </a:pPr>
            <a:r>
              <a:rPr kumimoji="1" lang="ja-JP" altLang="en-US">
                <a:latin typeface="Meiryo UI"/>
                <a:ea typeface="Meiryo UI"/>
              </a:rPr>
              <a:t>　集合演算子とは、２つの</a:t>
            </a:r>
            <a:r>
              <a:rPr kumimoji="1" lang="en-US" altLang="ja-JP">
                <a:latin typeface="Meiryo UI"/>
                <a:ea typeface="Meiryo UI"/>
              </a:rPr>
              <a:t>SELECT</a:t>
            </a:r>
            <a:r>
              <a:rPr kumimoji="1" lang="ja-JP" altLang="en-US">
                <a:latin typeface="Meiryo UI"/>
                <a:ea typeface="Meiryo UI"/>
              </a:rPr>
              <a:t>文の結果どうしを加算、積算、減算する演算子。</a:t>
            </a:r>
          </a:p>
          <a:p>
            <a:pPr marL="45720" indent="0">
              <a:buNone/>
            </a:pPr>
            <a:r>
              <a:rPr kumimoji="1" lang="ja-JP" altLang="en-US">
                <a:latin typeface="Meiryo UI"/>
                <a:ea typeface="Meiryo UI"/>
              </a:rPr>
              <a:t>　列の数やそれぞれのデータ型を同じにする必要がある。</a:t>
            </a:r>
            <a:r>
              <a:rPr kumimoji="1" lang="en-US" altLang="ja-JP">
                <a:latin typeface="Meiryo UI"/>
                <a:ea typeface="Meiryo UI"/>
              </a:rPr>
              <a:t>(RDBMS</a:t>
            </a:r>
            <a:r>
              <a:rPr kumimoji="1" lang="ja-JP" altLang="en-US">
                <a:latin typeface="Meiryo UI"/>
                <a:ea typeface="Meiryo UI"/>
              </a:rPr>
              <a:t>による。</a:t>
            </a:r>
            <a:r>
              <a:rPr kumimoji="1" lang="en-US" altLang="ja-JP">
                <a:latin typeface="Meiryo UI"/>
                <a:ea typeface="Meiryo UI"/>
              </a:rPr>
              <a:t>)</a:t>
            </a:r>
            <a:endParaRPr kumimoji="1" lang="ja-JP" altLang="en-US">
              <a:latin typeface="Meiryo UI"/>
              <a:ea typeface="Meiryo UI"/>
            </a:endParaRPr>
          </a:p>
          <a:p>
            <a:pPr marL="45720" indent="0">
              <a:buNone/>
            </a:pPr>
            <a:r>
              <a:rPr kumimoji="1" lang="ja-JP" altLang="en-US" b="1">
                <a:latin typeface="Meiryo UI"/>
                <a:ea typeface="Meiryo UI"/>
              </a:rPr>
              <a:t>  </a:t>
            </a:r>
            <a:r>
              <a:rPr kumimoji="1" lang="en-US" altLang="ja-JP" b="1" u="sng">
                <a:latin typeface="Meiryo UI"/>
                <a:ea typeface="Meiryo UI"/>
              </a:rPr>
              <a:t>UNION</a:t>
            </a:r>
            <a:r>
              <a:rPr kumimoji="1" lang="en-US" altLang="ja-JP">
                <a:latin typeface="Meiryo UI"/>
                <a:ea typeface="Meiryo UI"/>
              </a:rPr>
              <a:t>(</a:t>
            </a:r>
            <a:r>
              <a:rPr kumimoji="1" lang="ja-JP" altLang="en-US">
                <a:latin typeface="Meiryo UI"/>
                <a:ea typeface="Meiryo UI"/>
              </a:rPr>
              <a:t>和集合</a:t>
            </a:r>
            <a:r>
              <a:rPr kumimoji="1" lang="en-US" altLang="ja-JP">
                <a:latin typeface="Meiryo UI"/>
                <a:ea typeface="Meiryo UI"/>
              </a:rPr>
              <a:t>)</a:t>
            </a:r>
            <a:endParaRPr kumimoji="1" lang="ja-JP" altLang="en-US">
              <a:latin typeface="Meiryo UI"/>
              <a:ea typeface="Meiryo UI"/>
            </a:endParaRPr>
          </a:p>
          <a:p>
            <a:pPr marL="45720" indent="0">
              <a:buNone/>
            </a:pPr>
            <a:r>
              <a:rPr kumimoji="1" lang="en-US" altLang="ja-JP">
                <a:latin typeface="Meiryo UI"/>
                <a:ea typeface="Meiryo UI"/>
              </a:rPr>
              <a:t>     SELECT</a:t>
            </a:r>
            <a:r>
              <a:rPr kumimoji="1" lang="ja-JP" altLang="en-US">
                <a:latin typeface="Meiryo UI"/>
                <a:ea typeface="Meiryo UI"/>
              </a:rPr>
              <a:t>文を</a:t>
            </a:r>
            <a:r>
              <a:rPr kumimoji="1" lang="en-US" altLang="ja-JP">
                <a:latin typeface="Meiryo UI"/>
                <a:ea typeface="Meiryo UI"/>
              </a:rPr>
              <a:t>UNION</a:t>
            </a:r>
            <a:r>
              <a:rPr kumimoji="1" lang="ja-JP" altLang="en-US">
                <a:latin typeface="Meiryo UI"/>
                <a:ea typeface="Meiryo UI"/>
              </a:rPr>
              <a:t>でつなぐと、重複するデータは、まとめてからとりだされる。</a:t>
            </a:r>
          </a:p>
          <a:p>
            <a:pPr marL="45720" indent="0">
              <a:buNone/>
            </a:pPr>
            <a:r>
              <a:rPr kumimoji="1" lang="ja-JP" altLang="en-US">
                <a:latin typeface="Meiryo UI"/>
                <a:ea typeface="Meiryo UI"/>
              </a:rPr>
              <a:t>     「</a:t>
            </a:r>
            <a:r>
              <a:rPr kumimoji="1" lang="en-US" altLang="ja-JP">
                <a:latin typeface="Meiryo UI"/>
                <a:ea typeface="Meiryo UI"/>
              </a:rPr>
              <a:t>UNION ALL</a:t>
            </a:r>
            <a:r>
              <a:rPr kumimoji="1" lang="ja-JP" altLang="en-US">
                <a:latin typeface="Meiryo UI"/>
                <a:ea typeface="Meiryo UI"/>
              </a:rPr>
              <a:t>」でつなぐと全てのデータを取り出す。</a:t>
            </a:r>
          </a:p>
          <a:p>
            <a:pPr marL="45720" indent="0">
              <a:buNone/>
            </a:pPr>
            <a:r>
              <a:rPr kumimoji="1" lang="ja-JP" altLang="en-US" b="1">
                <a:latin typeface="Meiryo UI"/>
                <a:ea typeface="Meiryo UI"/>
              </a:rPr>
              <a:t>  </a:t>
            </a:r>
            <a:r>
              <a:rPr kumimoji="1" lang="en-US" altLang="ja-JP" b="1" u="sng">
                <a:latin typeface="Meiryo UI"/>
                <a:ea typeface="Meiryo UI"/>
              </a:rPr>
              <a:t>INTERSECT</a:t>
            </a:r>
            <a:r>
              <a:rPr kumimoji="1" lang="en-US" altLang="ja-JP">
                <a:latin typeface="Meiryo UI"/>
                <a:ea typeface="Meiryo UI"/>
              </a:rPr>
              <a:t>(</a:t>
            </a:r>
            <a:r>
              <a:rPr kumimoji="1" lang="ja-JP" altLang="en-US">
                <a:latin typeface="Meiryo UI"/>
                <a:ea typeface="Meiryo UI"/>
              </a:rPr>
              <a:t>積集合</a:t>
            </a:r>
            <a:r>
              <a:rPr kumimoji="1" lang="en-US" altLang="ja-JP">
                <a:latin typeface="Meiryo UI"/>
                <a:ea typeface="Meiryo UI"/>
              </a:rPr>
              <a:t>)</a:t>
            </a:r>
            <a:endParaRPr kumimoji="1" lang="ja-JP" altLang="en-US">
              <a:latin typeface="Meiryo UI"/>
              <a:ea typeface="Meiryo UI"/>
            </a:endParaRPr>
          </a:p>
          <a:p>
            <a:pPr marL="45720" indent="0">
              <a:buNone/>
            </a:pPr>
            <a:r>
              <a:rPr kumimoji="1" lang="ja-JP" altLang="en-US" b="1">
                <a:latin typeface="Meiryo UI"/>
                <a:ea typeface="Meiryo UI"/>
              </a:rPr>
              <a:t>　   </a:t>
            </a:r>
            <a:r>
              <a:rPr kumimoji="1" lang="en-US" altLang="ja-JP">
                <a:latin typeface="Meiryo UI"/>
                <a:ea typeface="Meiryo UI"/>
              </a:rPr>
              <a:t>SELECT</a:t>
            </a:r>
            <a:r>
              <a:rPr kumimoji="1" lang="ja-JP" altLang="en-US">
                <a:latin typeface="Meiryo UI"/>
                <a:ea typeface="Meiryo UI"/>
              </a:rPr>
              <a:t>文で取り出したデータを比較し、一致するデータのみ取り出す。</a:t>
            </a:r>
          </a:p>
          <a:p>
            <a:pPr marL="45720" indent="0">
              <a:buNone/>
            </a:pPr>
            <a:r>
              <a:rPr kumimoji="1" lang="ja-JP" altLang="en-US" b="1">
                <a:latin typeface="Meiryo UI" charset="0"/>
                <a:ea typeface="Meiryo UI" charset="0"/>
              </a:rPr>
              <a:t>　</a:t>
            </a:r>
            <a:r>
              <a:rPr kumimoji="1" lang="en-US" altLang="ja-JP" b="1" u="sng">
                <a:latin typeface="Meiryo UI" charset="0"/>
                <a:ea typeface="Meiryo UI" charset="0"/>
              </a:rPr>
              <a:t>MINUS</a:t>
            </a:r>
            <a:r>
              <a:rPr kumimoji="1" lang="en-US" altLang="ja-JP">
                <a:latin typeface="Meiryo UI" charset="0"/>
                <a:ea typeface="Meiryo UI" charset="0"/>
              </a:rPr>
              <a:t>(</a:t>
            </a:r>
            <a:r>
              <a:rPr kumimoji="1" lang="ja-JP" altLang="en-US">
                <a:latin typeface="Meiryo UI" charset="0"/>
                <a:ea typeface="Meiryo UI" charset="0"/>
              </a:rPr>
              <a:t>差集合</a:t>
            </a:r>
            <a:r>
              <a:rPr kumimoji="1" lang="en-US" altLang="ja-JP">
                <a:latin typeface="Meiryo UI" charset="0"/>
                <a:ea typeface="Meiryo UI" charset="0"/>
              </a:rPr>
              <a:t>)</a:t>
            </a:r>
            <a:endParaRPr kumimoji="1" lang="ja-JP" altLang="en-US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 b="1">
                <a:latin typeface="Meiryo UI" charset="0"/>
                <a:ea typeface="Meiryo UI" charset="0"/>
              </a:rPr>
              <a:t>　　　</a:t>
            </a:r>
            <a:r>
              <a:rPr kumimoji="1" lang="ja-JP" altLang="en-US">
                <a:latin typeface="Meiryo UI" charset="0"/>
                <a:ea typeface="Meiryo UI" charset="0"/>
              </a:rPr>
              <a:t>左側の</a:t>
            </a:r>
            <a:r>
              <a:rPr kumimoji="1" lang="en-US" altLang="ja-JP">
                <a:latin typeface="Meiryo UI" charset="0"/>
                <a:ea typeface="Meiryo UI" charset="0"/>
              </a:rPr>
              <a:t>SELECT</a:t>
            </a:r>
            <a:r>
              <a:rPr kumimoji="1" lang="ja-JP" altLang="en-US">
                <a:latin typeface="Meiryo UI" charset="0"/>
                <a:ea typeface="Meiryo UI" charset="0"/>
              </a:rPr>
              <a:t>文で取り出したデータのうち右側の</a:t>
            </a:r>
            <a:r>
              <a:rPr kumimoji="1" lang="en-US" altLang="ja-JP">
                <a:latin typeface="Meiryo UI" charset="0"/>
                <a:ea typeface="Meiryo UI" charset="0"/>
              </a:rPr>
              <a:t>SELECT</a:t>
            </a:r>
            <a:r>
              <a:rPr kumimoji="1" lang="ja-JP" altLang="en-US">
                <a:latin typeface="Meiryo UI" charset="0"/>
                <a:ea typeface="Meiryo UI" charset="0"/>
              </a:rPr>
              <a:t>文で取り出した</a:t>
            </a:r>
          </a:p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　　データと一致しないデータのみ を取り出す。</a:t>
            </a:r>
            <a:endParaRPr kumimoji="1" lang="ja-JP" b="1" u="sng">
              <a:latin typeface="Meiryo UI" charset="0"/>
              <a:ea typeface="Meiryo U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505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/>
          <p:cNvSpPr>
            <a:spLocks noGrp="1"/>
          </p:cNvSpPr>
          <p:nvPr>
            <p:ph sz="half" idx="1"/>
          </p:nvPr>
        </p:nvSpPr>
        <p:spPr>
          <a:xfrm>
            <a:off x="1065213" y="1225550"/>
            <a:ext cx="9199562" cy="4933415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kumimoji="1" lang="ja-JP" altLang="en-US" b="1" dirty="0">
                <a:latin typeface="Meiryo UI" charset="0"/>
                <a:ea typeface="Meiryo UI" charset="0"/>
              </a:rPr>
              <a:t>トランザクション</a:t>
            </a:r>
          </a:p>
          <a:p>
            <a:pPr marL="45720" indent="0">
              <a:buNone/>
            </a:pPr>
            <a:r>
              <a:rPr kumimoji="1" lang="ja-JP" altLang="en-US" dirty="0">
                <a:latin typeface="Meiryo UI"/>
                <a:ea typeface="Meiryo UI"/>
              </a:rPr>
              <a:t>　データベースに対して行う関連した操作を１つの処理とまとめること。</a:t>
            </a:r>
          </a:p>
          <a:p>
            <a:pPr marL="45720" indent="0">
              <a:buNone/>
            </a:pPr>
            <a:r>
              <a:rPr kumimoji="1" lang="ja-JP" altLang="en-US" dirty="0">
                <a:latin typeface="Meiryo UI"/>
                <a:ea typeface="Meiryo UI"/>
              </a:rPr>
              <a:t>　一連の処理を完了してから実際に、処理結果を反映するかどうかを決定するので</a:t>
            </a:r>
          </a:p>
          <a:p>
            <a:pPr marL="45720" indent="0">
              <a:buNone/>
            </a:pPr>
            <a:r>
              <a:rPr kumimoji="1" lang="ja-JP" altLang="en-US" dirty="0">
                <a:latin typeface="Meiryo UI"/>
                <a:ea typeface="Meiryo UI"/>
              </a:rPr>
              <a:t>　事故や入力ミスからデータを守ることができる。</a:t>
            </a:r>
          </a:p>
          <a:p>
            <a:pPr marL="45720" indent="0">
              <a:buNone/>
            </a:pPr>
            <a:r>
              <a:rPr kumimoji="1" lang="ja-JP" altLang="en-US" dirty="0">
                <a:latin typeface="Meiryo UI" charset="0"/>
                <a:ea typeface="Meiryo UI" charset="0"/>
              </a:rPr>
              <a:t>　　</a:t>
            </a:r>
            <a:r>
              <a:rPr kumimoji="1" lang="ja-JP" altLang="en-US" b="1" u="sng" dirty="0">
                <a:latin typeface="Meiryo UI" charset="0"/>
                <a:ea typeface="Meiryo UI" charset="0"/>
              </a:rPr>
              <a:t>コミット</a:t>
            </a:r>
            <a:r>
              <a:rPr kumimoji="1" lang="ja-JP" altLang="en-US" dirty="0">
                <a:latin typeface="Meiryo UI" charset="0"/>
                <a:ea typeface="Meiryo UI" charset="0"/>
              </a:rPr>
              <a:t> </a:t>
            </a:r>
            <a:r>
              <a:rPr kumimoji="1" lang="en-US" altLang="ja-JP" dirty="0">
                <a:latin typeface="Meiryo UI" charset="0"/>
                <a:ea typeface="Meiryo UI" charset="0"/>
              </a:rPr>
              <a:t>【COMMIT】</a:t>
            </a:r>
            <a:endParaRPr kumimoji="1" lang="ja-JP" altLang="en-US" b="1" u="sng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 dirty="0">
                <a:latin typeface="Meiryo UI" charset="0"/>
                <a:ea typeface="Meiryo UI" charset="0"/>
              </a:rPr>
              <a:t>　　トランザクションの中で行った処理が成功した場合、コミットを実行する。</a:t>
            </a:r>
            <a:endParaRPr kumimoji="1" lang="ja-JP" altLang="en-US" b="1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 b="1" dirty="0">
                <a:latin typeface="Meiryo UI" charset="0"/>
                <a:ea typeface="Meiryo UI" charset="0"/>
              </a:rPr>
              <a:t>　　</a:t>
            </a:r>
            <a:r>
              <a:rPr kumimoji="1" lang="ja-JP" altLang="en-US" dirty="0">
                <a:latin typeface="Meiryo UI" charset="0"/>
                <a:ea typeface="Meiryo UI" charset="0"/>
              </a:rPr>
              <a:t>コミットを実行すると登録や更新、削除したデータの内容が確定し</a:t>
            </a:r>
            <a:r>
              <a:rPr kumimoji="1" lang="en-US" altLang="ja-JP" dirty="0">
                <a:latin typeface="Meiryo UI" charset="0"/>
                <a:ea typeface="Meiryo UI" charset="0"/>
              </a:rPr>
              <a:t>DB</a:t>
            </a:r>
            <a:r>
              <a:rPr kumimoji="1" lang="ja-JP" altLang="en-US" dirty="0">
                <a:latin typeface="Meiryo UI" charset="0"/>
                <a:ea typeface="Meiryo UI" charset="0"/>
              </a:rPr>
              <a:t>に反映される。</a:t>
            </a:r>
          </a:p>
          <a:p>
            <a:pPr marL="45720" indent="0">
              <a:buNone/>
            </a:pPr>
            <a:r>
              <a:rPr kumimoji="1" lang="ja-JP" altLang="en-US" b="1" dirty="0">
                <a:latin typeface="Meiryo UI" charset="0"/>
                <a:ea typeface="Meiryo UI" charset="0"/>
              </a:rPr>
              <a:t>　　</a:t>
            </a:r>
            <a:r>
              <a:rPr kumimoji="1" lang="ja-JP" altLang="en-US" b="1" u="sng" dirty="0">
                <a:latin typeface="Meiryo UI" charset="0"/>
                <a:ea typeface="Meiryo UI" charset="0"/>
              </a:rPr>
              <a:t>ロールバック</a:t>
            </a:r>
            <a:r>
              <a:rPr kumimoji="1" lang="ja-JP" altLang="en-US" b="1" dirty="0">
                <a:latin typeface="Meiryo UI" charset="0"/>
                <a:ea typeface="Meiryo UI" charset="0"/>
              </a:rPr>
              <a:t> </a:t>
            </a:r>
            <a:r>
              <a:rPr kumimoji="1" lang="en-US" altLang="ja-JP" dirty="0">
                <a:latin typeface="Meiryo UI" charset="0"/>
                <a:ea typeface="Meiryo UI" charset="0"/>
              </a:rPr>
              <a:t>【ROLLBACK】</a:t>
            </a:r>
          </a:p>
          <a:p>
            <a:pPr marL="45720" indent="0">
              <a:buNone/>
            </a:pPr>
            <a:r>
              <a:rPr kumimoji="1" lang="ja-JP" altLang="en-US" dirty="0">
                <a:latin typeface="Meiryo UI" charset="0"/>
                <a:ea typeface="Meiryo UI" charset="0"/>
              </a:rPr>
              <a:t>     トランザクションの中で行った処理が失敗した場合、ロールバックを実行する。 </a:t>
            </a:r>
            <a:endParaRPr kumimoji="1" lang="en-US" altLang="ja-JP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 b="1" dirty="0">
                <a:latin typeface="Meiryo UI" charset="0"/>
                <a:ea typeface="Meiryo UI" charset="0"/>
              </a:rPr>
              <a:t>　　 </a:t>
            </a:r>
            <a:r>
              <a:rPr kumimoji="1" lang="ja-JP" altLang="en-US" dirty="0">
                <a:latin typeface="Meiryo UI" charset="0"/>
                <a:ea typeface="Meiryo UI" charset="0"/>
              </a:rPr>
              <a:t>ロールバックを実行すると登録や更新、削除した処理が取り消され元のデータに戻る。</a:t>
            </a:r>
            <a:endParaRPr kumimoji="1" lang="ja-JP" dirty="0">
              <a:latin typeface="Meiryo UI" charset="0"/>
              <a:ea typeface="Meiryo UI" charset="0"/>
            </a:endParaRPr>
          </a:p>
        </p:txBody>
      </p:sp>
      <p:sp>
        <p:nvSpPr>
          <p:cNvPr id="13" name="タイトル 12"/>
          <p:cNvSpPr>
            <a:spLocks noGrp="1"/>
          </p:cNvSpPr>
          <p:nvPr>
            <p:ph type="title"/>
          </p:nvPr>
        </p:nvSpPr>
        <p:spPr>
          <a:xfrm>
            <a:off x="1065213" y="533400"/>
            <a:ext cx="8686800" cy="538529"/>
          </a:xfrm>
        </p:spPr>
        <p:txBody>
          <a:bodyPr/>
          <a:lstStyle/>
          <a:p>
            <a:r>
              <a:rPr kumimoji="1" lang="en-US" altLang="ja-JP" sz="2800" dirty="0">
                <a:solidFill>
                  <a:srgbClr val="00AEEF"/>
                </a:solidFill>
              </a:rPr>
              <a:t>5.</a:t>
            </a:r>
            <a:r>
              <a:rPr kumimoji="1" lang="ja-JP" altLang="en-US" sz="2800" dirty="0">
                <a:solidFill>
                  <a:srgbClr val="00AEEF"/>
                </a:solidFill>
                <a:latin typeface="Meiryo UI" charset="0"/>
                <a:ea typeface="Meiryo UI" charset="0"/>
              </a:rPr>
              <a:t>データを守る仕組み</a:t>
            </a:r>
            <a:endParaRPr kumimoji="1" lang="ja-JP" sz="2800" dirty="0">
              <a:solidFill>
                <a:srgbClr val="00AEE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8307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/>
          <p:cNvSpPr>
            <a:spLocks noGrp="1"/>
          </p:cNvSpPr>
          <p:nvPr>
            <p:ph sz="half" idx="1"/>
          </p:nvPr>
        </p:nvSpPr>
        <p:spPr>
          <a:xfrm>
            <a:off x="1114425" y="773113"/>
            <a:ext cx="9485313" cy="530516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</a:t>
            </a:r>
            <a:endParaRPr kumimoji="1" lang="ja-JP">
              <a:latin typeface="Meiryo UI" charset="0"/>
              <a:ea typeface="Meiryo UI" charset="0"/>
            </a:endParaRPr>
          </a:p>
        </p:txBody>
      </p:sp>
      <p:pic>
        <p:nvPicPr>
          <p:cNvPr id="2" name="図 1" descr="トランザクション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4775" y="873125"/>
            <a:ext cx="9222699" cy="5354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551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7AD6424-49C9-4E81-A997-241E5BA2E4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5212" y="609600"/>
            <a:ext cx="9753600" cy="5715000"/>
          </a:xfrm>
        </p:spPr>
        <p:txBody>
          <a:bodyPr/>
          <a:lstStyle/>
          <a:p>
            <a:pPr marL="45720" indent="0">
              <a:buNone/>
            </a:pPr>
            <a:r>
              <a:rPr kumimoji="1" lang="ja-JP" altLang="en-US" b="1" dirty="0"/>
              <a:t>トランザクションの</a:t>
            </a:r>
            <a:r>
              <a:rPr kumimoji="1" lang="en-US" altLang="ja-JP" b="1" dirty="0"/>
              <a:t>ACID</a:t>
            </a:r>
            <a:r>
              <a:rPr kumimoji="1" lang="ja-JP" altLang="en-US" b="1" dirty="0"/>
              <a:t>属性</a:t>
            </a:r>
            <a:endParaRPr kumimoji="1" lang="en-US" altLang="ja-JP" b="1" dirty="0"/>
          </a:p>
          <a:p>
            <a:pPr marL="45720" indent="0">
              <a:buNone/>
            </a:pPr>
            <a:r>
              <a:rPr kumimoji="1" lang="ja-JP" altLang="en-US" dirty="0"/>
              <a:t>  → データの整合性を保証するうえで必要とされる</a:t>
            </a:r>
            <a:r>
              <a:rPr kumimoji="1" lang="en-US" altLang="ja-JP" dirty="0"/>
              <a:t>4</a:t>
            </a:r>
            <a:r>
              <a:rPr kumimoji="1" lang="ja-JP" altLang="en-US" dirty="0" err="1"/>
              <a:t>つの</a:t>
            </a:r>
            <a:r>
              <a:rPr kumimoji="1" lang="ja-JP" altLang="en-US" dirty="0"/>
              <a:t>属性</a:t>
            </a:r>
            <a:endParaRPr kumimoji="1" lang="en-US" altLang="ja-JP" dirty="0"/>
          </a:p>
          <a:p>
            <a:pPr marL="45720" indent="0">
              <a:buNone/>
            </a:pPr>
            <a:endParaRPr lang="en-US" altLang="ja-JP" b="1" dirty="0"/>
          </a:p>
          <a:p>
            <a:pPr marL="45720" indent="0">
              <a:buNone/>
            </a:pPr>
            <a:r>
              <a:rPr kumimoji="1" lang="en-US" altLang="ja-JP" dirty="0"/>
              <a:t>1. Atomicity(</a:t>
            </a:r>
            <a:r>
              <a:rPr kumimoji="1" lang="ja-JP" altLang="en-US" dirty="0"/>
              <a:t>原子性</a:t>
            </a:r>
            <a:r>
              <a:rPr kumimoji="1" lang="en-US" altLang="ja-JP" dirty="0"/>
              <a:t>)</a:t>
            </a:r>
          </a:p>
          <a:p>
            <a:pPr marL="45720" indent="0">
              <a:buNone/>
            </a:pPr>
            <a:r>
              <a:rPr kumimoji="1" lang="en-US" altLang="ja-JP" dirty="0"/>
              <a:t>  </a:t>
            </a:r>
            <a:r>
              <a:rPr kumimoji="1" lang="ja-JP" altLang="en-US" sz="1400" dirty="0"/>
              <a:t>トランザクションが、</a:t>
            </a:r>
            <a:r>
              <a:rPr kumimoji="1" lang="en-US" altLang="ja-JP" sz="1400" dirty="0"/>
              <a:t>DB</a:t>
            </a:r>
            <a:r>
              <a:rPr kumimoji="1" lang="ja-JP" altLang="en-US" sz="1400" dirty="0"/>
              <a:t>に対する更新処理を完全に行うか、全く処理しなかったかのように取り消すか、のいずれかを保証する。</a:t>
            </a:r>
            <a:endParaRPr kumimoji="1" lang="en-US" altLang="ja-JP" sz="1400" dirty="0"/>
          </a:p>
          <a:p>
            <a:pPr marL="45720" indent="0">
              <a:buNone/>
            </a:pPr>
            <a:r>
              <a:rPr lang="en-US" altLang="ja-JP" dirty="0"/>
              <a:t>2. Consistency(</a:t>
            </a:r>
            <a:r>
              <a:rPr lang="ja-JP" altLang="en-US" dirty="0"/>
              <a:t>一貫性</a:t>
            </a:r>
            <a:r>
              <a:rPr lang="en-US" altLang="ja-JP" dirty="0"/>
              <a:t>)</a:t>
            </a:r>
          </a:p>
          <a:p>
            <a:pPr marL="45720" indent="0">
              <a:buNone/>
            </a:pPr>
            <a:r>
              <a:rPr kumimoji="1" lang="en-US" altLang="ja-JP" dirty="0"/>
              <a:t> </a:t>
            </a:r>
            <a:r>
              <a:rPr kumimoji="1" lang="ja-JP" altLang="en-US" dirty="0"/>
              <a:t> </a:t>
            </a:r>
            <a:r>
              <a:rPr kumimoji="1" lang="ja-JP" altLang="en-US" sz="1400" dirty="0"/>
              <a:t>トランザクション処理の前後でデータの矛盾が無く、常に</a:t>
            </a:r>
            <a:r>
              <a:rPr kumimoji="1" lang="en-US" altLang="ja-JP" sz="1400" dirty="0"/>
              <a:t>DB</a:t>
            </a:r>
            <a:r>
              <a:rPr kumimoji="1" lang="ja-JP" altLang="en-US" sz="1400" dirty="0"/>
              <a:t>の整合性が保たれている。</a:t>
            </a:r>
            <a:endParaRPr kumimoji="1" lang="en-US" altLang="ja-JP" sz="1400" dirty="0"/>
          </a:p>
          <a:p>
            <a:pPr marL="45720" indent="0">
              <a:buNone/>
            </a:pPr>
            <a:r>
              <a:rPr kumimoji="1" lang="en-US" altLang="ja-JP" dirty="0"/>
              <a:t>3. Isolation(</a:t>
            </a:r>
            <a:r>
              <a:rPr kumimoji="1" lang="ja-JP" altLang="en-US" dirty="0"/>
              <a:t>独立性</a:t>
            </a:r>
            <a:r>
              <a:rPr kumimoji="1" lang="en-US" altLang="ja-JP" dirty="0"/>
              <a:t>)</a:t>
            </a:r>
          </a:p>
          <a:p>
            <a:pPr marL="45720" indent="0">
              <a:buNone/>
            </a:pPr>
            <a:r>
              <a:rPr lang="en-US" altLang="ja-JP" dirty="0"/>
              <a:t>  </a:t>
            </a:r>
            <a:r>
              <a:rPr lang="ja-JP" altLang="en-US" sz="1400" dirty="0"/>
              <a:t>複数のトランザクションを同時に実行しても、順番に実行しても結果が同じになる。</a:t>
            </a:r>
            <a:endParaRPr lang="en-US" altLang="ja-JP" sz="1400" dirty="0"/>
          </a:p>
          <a:p>
            <a:pPr marL="45720" indent="0">
              <a:buNone/>
            </a:pPr>
            <a:r>
              <a:rPr lang="en-US" altLang="ja-JP" dirty="0"/>
              <a:t>4. Durability(</a:t>
            </a:r>
            <a:r>
              <a:rPr lang="ja-JP" altLang="en-US" dirty="0"/>
              <a:t>永続性</a:t>
            </a:r>
            <a:r>
              <a:rPr lang="en-US" altLang="ja-JP" dirty="0"/>
              <a:t>)</a:t>
            </a:r>
          </a:p>
          <a:p>
            <a:pPr marL="45720" indent="0">
              <a:buNone/>
            </a:pPr>
            <a:r>
              <a:rPr kumimoji="1" lang="en-US" altLang="ja-JP" dirty="0"/>
              <a:t>  </a:t>
            </a:r>
            <a:r>
              <a:rPr kumimoji="1" lang="ja-JP" altLang="en-US" sz="1400" dirty="0"/>
              <a:t>障害が発生しても、正常終了したトランザクションの結果は失われる事はない。</a:t>
            </a:r>
          </a:p>
        </p:txBody>
      </p:sp>
    </p:spTree>
    <p:extLst>
      <p:ext uri="{BB962C8B-B14F-4D97-AF65-F5344CB8AC3E}">
        <p14:creationId xmlns:p14="http://schemas.microsoft.com/office/powerpoint/2010/main" val="2017304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/>
          <p:cNvSpPr>
            <a:spLocks noGrp="1"/>
          </p:cNvSpPr>
          <p:nvPr>
            <p:ph sz="half" idx="1"/>
          </p:nvPr>
        </p:nvSpPr>
        <p:spPr>
          <a:xfrm>
            <a:off x="1065212" y="609600"/>
            <a:ext cx="9485313" cy="5932487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kumimoji="1" lang="ja-JP" altLang="en-US" b="1" dirty="0">
                <a:latin typeface="Meiryo UI" charset="0"/>
                <a:ea typeface="Meiryo UI" charset="0"/>
              </a:rPr>
              <a:t>データのロック</a:t>
            </a:r>
            <a:r>
              <a:rPr kumimoji="1" lang="en-US" altLang="ja-JP" b="1" dirty="0">
                <a:latin typeface="Meiryo UI" charset="0"/>
                <a:ea typeface="Meiryo UI" charset="0"/>
              </a:rPr>
              <a:t>(</a:t>
            </a:r>
            <a:r>
              <a:rPr kumimoji="1" lang="ja-JP" altLang="en-US" b="1" dirty="0">
                <a:latin typeface="Meiryo UI" charset="0"/>
                <a:ea typeface="Meiryo UI" charset="0"/>
              </a:rPr>
              <a:t>排他制御機能</a:t>
            </a:r>
            <a:r>
              <a:rPr kumimoji="1" lang="en-US" altLang="ja-JP" b="1" dirty="0">
                <a:latin typeface="Meiryo UI" charset="0"/>
                <a:ea typeface="Meiryo UI" charset="0"/>
              </a:rPr>
              <a:t>)</a:t>
            </a:r>
            <a:endParaRPr kumimoji="1" lang="ja-JP" altLang="en-US" b="1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 b="1" dirty="0">
                <a:latin typeface="Meiryo UI" charset="0"/>
                <a:ea typeface="Meiryo UI" charset="0"/>
              </a:rPr>
              <a:t>　　</a:t>
            </a:r>
            <a:r>
              <a:rPr kumimoji="1" lang="ja-JP" altLang="en-US" dirty="0">
                <a:latin typeface="Meiryo UI" charset="0"/>
                <a:ea typeface="Meiryo UI" charset="0"/>
              </a:rPr>
              <a:t>トランザクションの実行中は、処理の対象となっているデータはロック</a:t>
            </a:r>
            <a:r>
              <a:rPr kumimoji="1" lang="en-US" altLang="ja-JP" dirty="0">
                <a:latin typeface="Meiryo UI" charset="0"/>
                <a:ea typeface="Meiryo UI" charset="0"/>
              </a:rPr>
              <a:t>(</a:t>
            </a:r>
            <a:r>
              <a:rPr kumimoji="1" lang="ja-JP" altLang="en-US" dirty="0">
                <a:latin typeface="Meiryo UI" charset="0"/>
                <a:ea typeface="Meiryo UI" charset="0"/>
              </a:rPr>
              <a:t>保護</a:t>
            </a:r>
            <a:r>
              <a:rPr kumimoji="1" lang="en-US" altLang="ja-JP" dirty="0">
                <a:latin typeface="Meiryo UI" charset="0"/>
                <a:ea typeface="Meiryo UI" charset="0"/>
              </a:rPr>
              <a:t>)</a:t>
            </a:r>
            <a:r>
              <a:rPr kumimoji="1" lang="ja-JP" altLang="en-US" dirty="0">
                <a:latin typeface="Meiryo UI" charset="0"/>
                <a:ea typeface="Meiryo UI" charset="0"/>
              </a:rPr>
              <a:t>される。</a:t>
            </a:r>
          </a:p>
          <a:p>
            <a:pPr marL="45720" indent="0">
              <a:buNone/>
            </a:pPr>
            <a:r>
              <a:rPr kumimoji="1" lang="ja-JP" altLang="en-US" dirty="0">
                <a:latin typeface="Meiryo UI" charset="0"/>
                <a:ea typeface="Meiryo UI" charset="0"/>
              </a:rPr>
              <a:t>　　ロックされている間は、他からの操作を加えることができない。</a:t>
            </a:r>
          </a:p>
          <a:p>
            <a:pPr marL="45720" indent="0">
              <a:buNone/>
            </a:pPr>
            <a:r>
              <a:rPr kumimoji="1" lang="ja-JP" altLang="en-US" dirty="0">
                <a:latin typeface="Meiryo UI" charset="0"/>
                <a:ea typeface="Meiryo UI" charset="0"/>
              </a:rPr>
              <a:t>　　ロックの種類には以下があり、それぞれ操作の状況に応じて使い分ける。</a:t>
            </a:r>
          </a:p>
          <a:p>
            <a:pPr marL="45720" indent="0">
              <a:buNone/>
            </a:pPr>
            <a:endParaRPr kumimoji="1" lang="ja-JP" altLang="en-US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 dirty="0">
                <a:latin typeface="Meiryo UI" charset="0"/>
                <a:ea typeface="Meiryo UI" charset="0"/>
              </a:rPr>
              <a:t>　　</a:t>
            </a:r>
            <a:r>
              <a:rPr kumimoji="1" lang="ja-JP" altLang="en-US" b="1" u="sng" dirty="0">
                <a:latin typeface="Meiryo UI" charset="0"/>
                <a:ea typeface="Meiryo UI" charset="0"/>
              </a:rPr>
              <a:t>占有ロック</a:t>
            </a:r>
            <a:r>
              <a:rPr kumimoji="1" lang="en-US" altLang="ja-JP" b="1" u="sng" dirty="0">
                <a:latin typeface="Meiryo UI" charset="0"/>
                <a:ea typeface="Meiryo UI" charset="0"/>
              </a:rPr>
              <a:t>(</a:t>
            </a:r>
            <a:r>
              <a:rPr kumimoji="1" lang="ja-JP" altLang="en-US" b="1" u="sng" dirty="0">
                <a:latin typeface="Meiryo UI" charset="0"/>
                <a:ea typeface="Meiryo UI" charset="0"/>
              </a:rPr>
              <a:t>排他ロック、悲観ロック</a:t>
            </a:r>
            <a:r>
              <a:rPr kumimoji="1" lang="en-US" altLang="ja-JP" b="1" u="sng" dirty="0">
                <a:latin typeface="Meiryo UI" charset="0"/>
                <a:ea typeface="Meiryo UI" charset="0"/>
              </a:rPr>
              <a:t>)</a:t>
            </a:r>
            <a:endParaRPr kumimoji="1" lang="ja-JP" altLang="en-US" b="1" u="sng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 b="1" dirty="0">
                <a:latin typeface="Meiryo UI" charset="0"/>
                <a:ea typeface="Meiryo UI" charset="0"/>
              </a:rPr>
              <a:t>　　　</a:t>
            </a:r>
            <a:r>
              <a:rPr kumimoji="1" lang="ja-JP" altLang="en-US" dirty="0">
                <a:latin typeface="Meiryo UI" charset="0"/>
                <a:ea typeface="Meiryo UI" charset="0"/>
              </a:rPr>
              <a:t>誰かが操作中のデータに対し、他からの参照や変更を禁止する仕組み。</a:t>
            </a:r>
          </a:p>
          <a:p>
            <a:pPr marL="45720" indent="0">
              <a:buNone/>
            </a:pPr>
            <a:r>
              <a:rPr kumimoji="1" lang="ja-JP" altLang="en-US" dirty="0">
                <a:latin typeface="Meiryo UI" charset="0"/>
                <a:ea typeface="Meiryo UI" charset="0"/>
              </a:rPr>
              <a:t>　　</a:t>
            </a:r>
            <a:r>
              <a:rPr kumimoji="1" lang="ja-JP" altLang="en-US" b="1" u="sng" dirty="0">
                <a:latin typeface="Meiryo UI" charset="0"/>
                <a:ea typeface="Meiryo UI" charset="0"/>
              </a:rPr>
              <a:t>共有ロック</a:t>
            </a:r>
            <a:r>
              <a:rPr kumimoji="1" lang="en-US" altLang="ja-JP" b="1" u="sng" dirty="0">
                <a:latin typeface="Meiryo UI" charset="0"/>
                <a:ea typeface="Meiryo UI" charset="0"/>
              </a:rPr>
              <a:t>(</a:t>
            </a:r>
            <a:r>
              <a:rPr kumimoji="1" lang="ja-JP" altLang="en-US" b="1" u="sng" dirty="0">
                <a:latin typeface="Meiryo UI" charset="0"/>
                <a:ea typeface="Meiryo UI" charset="0"/>
              </a:rPr>
              <a:t>楽観ロック</a:t>
            </a:r>
            <a:r>
              <a:rPr kumimoji="1" lang="en-US" altLang="ja-JP" b="1" u="sng" dirty="0">
                <a:latin typeface="Meiryo UI" charset="0"/>
                <a:ea typeface="Meiryo UI" charset="0"/>
              </a:rPr>
              <a:t>)</a:t>
            </a:r>
            <a:r>
              <a:rPr kumimoji="1" lang="ja-JP" altLang="en-US" dirty="0">
                <a:latin typeface="Meiryo UI" charset="0"/>
                <a:ea typeface="Meiryo UI" charset="0"/>
              </a:rPr>
              <a:t> </a:t>
            </a:r>
          </a:p>
          <a:p>
            <a:pPr marL="45720" indent="0">
              <a:buNone/>
            </a:pPr>
            <a:r>
              <a:rPr kumimoji="1" lang="ja-JP" altLang="en-US" b="1" dirty="0">
                <a:latin typeface="Meiryo UI" charset="0"/>
                <a:ea typeface="Meiryo UI" charset="0"/>
              </a:rPr>
              <a:t>　　　</a:t>
            </a:r>
            <a:r>
              <a:rPr kumimoji="1" lang="ja-JP" altLang="en-US" dirty="0">
                <a:latin typeface="Meiryo UI" charset="0"/>
                <a:ea typeface="Meiryo UI" charset="0"/>
              </a:rPr>
              <a:t>誰かが操作中のデータに対し、他からの参照は可能だが、変更はできなくする仕組み。</a:t>
            </a:r>
            <a:endParaRPr kumimoji="1" lang="en-US" altLang="ja-JP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endParaRPr kumimoji="1" lang="en-US" altLang="ja-JP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lang="ja-JP" altLang="en-US" dirty="0">
                <a:latin typeface="Meiryo UI" charset="0"/>
                <a:ea typeface="Meiryo UI" charset="0"/>
              </a:rPr>
              <a:t>　　</a:t>
            </a:r>
            <a:r>
              <a:rPr lang="ja-JP" altLang="en-US" b="1" u="sng" dirty="0">
                <a:latin typeface="Meiryo UI" charset="0"/>
                <a:ea typeface="Meiryo UI" charset="0"/>
              </a:rPr>
              <a:t>デッドロック</a:t>
            </a:r>
            <a:endParaRPr lang="en-US" altLang="ja-JP" b="1" u="sng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lang="ja-JP" altLang="en-US" b="1" dirty="0">
                <a:latin typeface="Meiryo UI" charset="0"/>
                <a:ea typeface="Meiryo UI" charset="0"/>
              </a:rPr>
              <a:t>　　　</a:t>
            </a:r>
            <a:r>
              <a:rPr lang="ja-JP" altLang="en-US" dirty="0">
                <a:latin typeface="Meiryo UI" charset="0"/>
                <a:ea typeface="Meiryo UI" charset="0"/>
              </a:rPr>
              <a:t>互いに相手がロックを掛けているデータを使おうとして永遠に処理待ちに陥る状態。</a:t>
            </a:r>
            <a:endParaRPr kumimoji="1" lang="ja-JP" altLang="en-US" u="sng" dirty="0">
              <a:latin typeface="Meiryo UI" charset="0"/>
              <a:ea typeface="Meiryo U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892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/>
          <p:cNvSpPr>
            <a:spLocks noGrp="1"/>
          </p:cNvSpPr>
          <p:nvPr>
            <p:ph sz="half" idx="1"/>
          </p:nvPr>
        </p:nvSpPr>
        <p:spPr>
          <a:xfrm>
            <a:off x="1065213" y="1225550"/>
            <a:ext cx="9199562" cy="4933415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kumimoji="1" lang="ja-JP" altLang="en-US" b="1" u="sng" dirty="0">
                <a:latin typeface="Meiryo UI" charset="0"/>
                <a:ea typeface="Meiryo UI" charset="0"/>
              </a:rPr>
              <a:t>動的</a:t>
            </a:r>
            <a:r>
              <a:rPr kumimoji="1" lang="af-ZA" altLang="ja-JP" b="1" u="sng" dirty="0">
                <a:latin typeface="Meiryo UI" charset="0"/>
                <a:ea typeface="Meiryo UI" charset="0"/>
              </a:rPr>
              <a:t>SQL</a:t>
            </a:r>
            <a:endParaRPr kumimoji="1" lang="ja-JP" altLang="en-US" b="1" u="sng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 dirty="0">
                <a:latin typeface="Meiryo UI" charset="0"/>
                <a:ea typeface="Meiryo UI" charset="0"/>
              </a:rPr>
              <a:t>　ユーザーが渡した値を受けてプログラムの実行時に生成される</a:t>
            </a:r>
            <a:r>
              <a:rPr kumimoji="1" lang="af-ZA" altLang="ja-JP" dirty="0">
                <a:latin typeface="Meiryo UI" charset="0"/>
                <a:ea typeface="Meiryo UI" charset="0"/>
              </a:rPr>
              <a:t>SQL</a:t>
            </a:r>
            <a:r>
              <a:rPr kumimoji="1" lang="ja-JP" altLang="en-US" dirty="0">
                <a:latin typeface="Meiryo UI" charset="0"/>
                <a:ea typeface="Meiryo UI" charset="0"/>
              </a:rPr>
              <a:t>文。</a:t>
            </a:r>
          </a:p>
          <a:p>
            <a:pPr marL="45720" indent="0">
              <a:buNone/>
            </a:pPr>
            <a:r>
              <a:rPr kumimoji="1" lang="ja-JP" altLang="en-US" dirty="0">
                <a:latin typeface="Meiryo UI" charset="0"/>
                <a:ea typeface="Meiryo UI" charset="0"/>
              </a:rPr>
              <a:t>　基本的プログラムより、動的に</a:t>
            </a:r>
            <a:r>
              <a:rPr kumimoji="1" lang="af-ZA" altLang="ja-JP" dirty="0">
                <a:latin typeface="Meiryo UI" charset="0"/>
                <a:ea typeface="Meiryo UI" charset="0"/>
              </a:rPr>
              <a:t>SQL</a:t>
            </a:r>
            <a:r>
              <a:rPr kumimoji="1" lang="ja-JP" altLang="en-US" dirty="0">
                <a:latin typeface="Meiryo UI" charset="0"/>
                <a:ea typeface="Meiryo UI" charset="0"/>
              </a:rPr>
              <a:t>文を作成して</a:t>
            </a:r>
            <a:r>
              <a:rPr kumimoji="1" lang="af-ZA" altLang="ja-JP" dirty="0">
                <a:latin typeface="Meiryo UI" charset="0"/>
                <a:ea typeface="Meiryo UI" charset="0"/>
              </a:rPr>
              <a:t>RDBMS</a:t>
            </a:r>
            <a:r>
              <a:rPr kumimoji="1" lang="ja-JP" altLang="en-US" dirty="0">
                <a:latin typeface="Meiryo UI" charset="0"/>
                <a:ea typeface="Meiryo UI" charset="0"/>
              </a:rPr>
              <a:t>に対して命令を行う。</a:t>
            </a:r>
          </a:p>
          <a:p>
            <a:pPr marL="45720" indent="0">
              <a:buNone/>
            </a:pPr>
            <a:r>
              <a:rPr kumimoji="1" lang="ja-JP" altLang="en-US" b="1" u="sng" dirty="0">
                <a:latin typeface="Meiryo UI" charset="0"/>
                <a:ea typeface="Meiryo UI" charset="0"/>
              </a:rPr>
              <a:t>結果セット</a:t>
            </a:r>
            <a:endParaRPr kumimoji="1" lang="ja-JP" altLang="en-US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 b="1" dirty="0">
                <a:latin typeface="Meiryo UI" charset="0"/>
                <a:ea typeface="Meiryo UI" charset="0"/>
              </a:rPr>
              <a:t>　</a:t>
            </a:r>
            <a:r>
              <a:rPr kumimoji="1" lang="af-ZA" altLang="ja-JP" dirty="0">
                <a:latin typeface="Meiryo UI" charset="0"/>
                <a:ea typeface="Meiryo UI" charset="0"/>
              </a:rPr>
              <a:t>SQL</a:t>
            </a:r>
            <a:r>
              <a:rPr kumimoji="1" lang="ja-JP" altLang="en-US" dirty="0">
                <a:latin typeface="Meiryo UI" charset="0"/>
                <a:ea typeface="Meiryo UI" charset="0"/>
              </a:rPr>
              <a:t>で取り出したデータの集まりを結果セットと呼ぶ。結果セットは、行と列から成る</a:t>
            </a:r>
          </a:p>
          <a:p>
            <a:pPr marL="45720" indent="0">
              <a:buNone/>
            </a:pPr>
            <a:r>
              <a:rPr kumimoji="1" lang="ja-JP" altLang="en-US" dirty="0">
                <a:latin typeface="Meiryo UI" charset="0"/>
                <a:ea typeface="Meiryo UI" charset="0"/>
              </a:rPr>
              <a:t>　仮想テーブルのようなもので、プログラムではこの結果セットを</a:t>
            </a:r>
            <a:r>
              <a:rPr kumimoji="1" lang="af-ZA" altLang="ja-JP" dirty="0">
                <a:latin typeface="Meiryo UI" charset="0"/>
                <a:ea typeface="Meiryo UI" charset="0"/>
              </a:rPr>
              <a:t>RDBMS</a:t>
            </a:r>
            <a:r>
              <a:rPr kumimoji="1" lang="ja-JP" altLang="en-US" dirty="0">
                <a:latin typeface="Meiryo UI" charset="0"/>
                <a:ea typeface="Meiryo UI" charset="0"/>
              </a:rPr>
              <a:t>より受け取り、</a:t>
            </a:r>
          </a:p>
          <a:p>
            <a:pPr marL="45720" indent="0">
              <a:buNone/>
            </a:pPr>
            <a:r>
              <a:rPr kumimoji="1" lang="ja-JP" altLang="en-US" dirty="0">
                <a:latin typeface="Meiryo UI" charset="0"/>
                <a:ea typeface="Meiryo UI" charset="0"/>
              </a:rPr>
              <a:t>　処理を行うこととなる。</a:t>
            </a:r>
          </a:p>
          <a:p>
            <a:pPr marL="45720" indent="0">
              <a:buNone/>
            </a:pPr>
            <a:r>
              <a:rPr kumimoji="1" lang="ja-JP" altLang="en-US" b="1" u="sng" dirty="0">
                <a:latin typeface="Meiryo UI" charset="0"/>
                <a:ea typeface="Meiryo UI" charset="0"/>
              </a:rPr>
              <a:t>カーソル</a:t>
            </a:r>
            <a:endParaRPr kumimoji="1" lang="af-ZA" altLang="ja-JP" b="1" u="sng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 b="1" dirty="0">
                <a:latin typeface="Meiryo UI" charset="0"/>
                <a:ea typeface="Meiryo UI" charset="0"/>
              </a:rPr>
              <a:t>　</a:t>
            </a:r>
            <a:r>
              <a:rPr kumimoji="1" lang="ja-JP" altLang="en-US" dirty="0">
                <a:latin typeface="Meiryo UI" charset="0"/>
                <a:ea typeface="Meiryo UI" charset="0"/>
              </a:rPr>
              <a:t>結果セットの行を扱う仕組み。プログラムでは、結果セットの</a:t>
            </a:r>
            <a:r>
              <a:rPr kumimoji="1" lang="en-US" altLang="ja-JP" dirty="0">
                <a:latin typeface="Meiryo UI" charset="0"/>
                <a:ea typeface="Meiryo UI" charset="0"/>
              </a:rPr>
              <a:t>1</a:t>
            </a:r>
            <a:r>
              <a:rPr kumimoji="1" lang="ja-JP" altLang="en-US" dirty="0">
                <a:latin typeface="Meiryo UI" charset="0"/>
                <a:ea typeface="Meiryo UI" charset="0"/>
              </a:rPr>
              <a:t>行をカーソルとして</a:t>
            </a:r>
          </a:p>
          <a:p>
            <a:pPr marL="45720" indent="0">
              <a:buNone/>
            </a:pPr>
            <a:r>
              <a:rPr kumimoji="1" lang="ja-JP" altLang="en-US" dirty="0">
                <a:latin typeface="Meiryo UI" charset="0"/>
                <a:ea typeface="Meiryo UI" charset="0"/>
              </a:rPr>
              <a:t>  </a:t>
            </a:r>
            <a:r>
              <a:rPr kumimoji="1" lang="en-US" altLang="ja-JP" dirty="0">
                <a:latin typeface="Meiryo UI" charset="0"/>
                <a:ea typeface="Meiryo UI" charset="0"/>
              </a:rPr>
              <a:t>1</a:t>
            </a:r>
            <a:r>
              <a:rPr kumimoji="1" lang="ja-JP" altLang="en-US" dirty="0">
                <a:latin typeface="Meiryo UI" charset="0"/>
                <a:ea typeface="Meiryo UI" charset="0"/>
              </a:rPr>
              <a:t>行ずつ読みとって</a:t>
            </a:r>
            <a:r>
              <a:rPr kumimoji="1" lang="en-US" altLang="ja-JP" dirty="0">
                <a:latin typeface="Meiryo UI" charset="0"/>
                <a:ea typeface="Meiryo UI" charset="0"/>
              </a:rPr>
              <a:t>(</a:t>
            </a:r>
            <a:r>
              <a:rPr kumimoji="1" lang="af-ZA" altLang="ja-JP" dirty="0">
                <a:latin typeface="Meiryo UI" charset="0"/>
                <a:ea typeface="Meiryo UI" charset="0"/>
              </a:rPr>
              <a:t>FETCH</a:t>
            </a:r>
            <a:r>
              <a:rPr kumimoji="1" lang="en-US" altLang="ja-JP" dirty="0">
                <a:latin typeface="Meiryo UI" charset="0"/>
                <a:ea typeface="Meiryo UI" charset="0"/>
              </a:rPr>
              <a:t>)</a:t>
            </a:r>
            <a:r>
              <a:rPr kumimoji="1" lang="ja-JP" altLang="en-US" dirty="0">
                <a:latin typeface="Meiryo UI" charset="0"/>
                <a:ea typeface="Meiryo UI" charset="0"/>
              </a:rPr>
              <a:t>処理を行うこととなる</a:t>
            </a:r>
          </a:p>
        </p:txBody>
      </p:sp>
      <p:sp>
        <p:nvSpPr>
          <p:cNvPr id="13" name="タイトル 12"/>
          <p:cNvSpPr>
            <a:spLocks noGrp="1"/>
          </p:cNvSpPr>
          <p:nvPr>
            <p:ph type="title"/>
          </p:nvPr>
        </p:nvSpPr>
        <p:spPr>
          <a:xfrm>
            <a:off x="1065213" y="533400"/>
            <a:ext cx="8686800" cy="538529"/>
          </a:xfrm>
        </p:spPr>
        <p:txBody>
          <a:bodyPr/>
          <a:lstStyle/>
          <a:p>
            <a:r>
              <a:rPr kumimoji="1" lang="en-US" altLang="ja-JP" sz="2800" dirty="0">
                <a:solidFill>
                  <a:srgbClr val="00AEEF"/>
                </a:solidFill>
              </a:rPr>
              <a:t>6.</a:t>
            </a:r>
            <a:r>
              <a:rPr kumimoji="1" lang="ja-JP" altLang="en-US" sz="2800" dirty="0">
                <a:solidFill>
                  <a:srgbClr val="00AEEF"/>
                </a:solidFill>
              </a:rPr>
              <a:t>プログラムとの連携</a:t>
            </a:r>
            <a:endParaRPr kumimoji="1" lang="ja-JP" sz="2800" dirty="0">
              <a:solidFill>
                <a:srgbClr val="00AEE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1414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/>
          <p:cNvSpPr>
            <a:spLocks noGrp="1"/>
          </p:cNvSpPr>
          <p:nvPr>
            <p:ph sz="half" idx="1"/>
          </p:nvPr>
        </p:nvSpPr>
        <p:spPr>
          <a:xfrm>
            <a:off x="1114425" y="773113"/>
            <a:ext cx="9485313" cy="5305162"/>
          </a:xfrm>
        </p:spPr>
        <p:txBody>
          <a:bodyPr>
            <a:normAutofit fontScale="92500" lnSpcReduction="20000"/>
          </a:bodyPr>
          <a:lstStyle/>
          <a:p>
            <a:pPr marL="45720" indent="0">
              <a:buNone/>
            </a:pPr>
            <a:r>
              <a:rPr kumimoji="1" lang="ja-JP" altLang="en-US" b="1" u="sng" dirty="0">
                <a:latin typeface="Meiryo UI" charset="0"/>
                <a:ea typeface="Meiryo UI" charset="0"/>
              </a:rPr>
              <a:t>ストアドプロシージャ</a:t>
            </a:r>
            <a:r>
              <a:rPr kumimoji="1" lang="ja-JP" altLang="en-US" b="1" dirty="0">
                <a:latin typeface="Meiryo UI" charset="0"/>
                <a:ea typeface="Meiryo UI" charset="0"/>
              </a:rPr>
              <a:t> </a:t>
            </a:r>
          </a:p>
          <a:p>
            <a:pPr marL="45720" indent="0">
              <a:buNone/>
            </a:pPr>
            <a:r>
              <a:rPr kumimoji="1" lang="ja-JP" altLang="en-US" b="1" dirty="0">
                <a:latin typeface="Meiryo UI" charset="0"/>
                <a:ea typeface="Meiryo UI" charset="0"/>
              </a:rPr>
              <a:t>　</a:t>
            </a:r>
            <a:r>
              <a:rPr kumimoji="1" lang="en-US" altLang="ja-JP" dirty="0">
                <a:latin typeface="Meiryo UI" charset="0"/>
                <a:ea typeface="Meiryo UI" charset="0"/>
              </a:rPr>
              <a:t>SQL</a:t>
            </a:r>
            <a:r>
              <a:rPr kumimoji="1" lang="ja-JP" altLang="en-US" dirty="0">
                <a:latin typeface="Meiryo UI" charset="0"/>
                <a:ea typeface="Meiryo UI" charset="0"/>
              </a:rPr>
              <a:t>文をプログラムとしてまとめて</a:t>
            </a:r>
            <a:r>
              <a:rPr kumimoji="1" lang="en-US" altLang="ja-JP" dirty="0">
                <a:latin typeface="Meiryo UI" charset="0"/>
                <a:ea typeface="Meiryo UI" charset="0"/>
              </a:rPr>
              <a:t>RDBMS</a:t>
            </a:r>
            <a:r>
              <a:rPr kumimoji="1" lang="ja-JP" altLang="en-US" dirty="0">
                <a:latin typeface="Meiryo UI" charset="0"/>
                <a:ea typeface="Meiryo UI" charset="0"/>
              </a:rPr>
              <a:t>内に保存する仕組み。</a:t>
            </a:r>
            <a:r>
              <a:rPr kumimoji="1" lang="ja-JP" altLang="en-US" u="sng" dirty="0">
                <a:latin typeface="Meiryo UI" charset="0"/>
                <a:ea typeface="Meiryo UI" charset="0"/>
              </a:rPr>
              <a:t> </a:t>
            </a:r>
            <a:r>
              <a:rPr kumimoji="1" lang="ja-JP" altLang="en-US" dirty="0">
                <a:latin typeface="Meiryo UI" charset="0"/>
                <a:ea typeface="Meiryo UI" charset="0"/>
              </a:rPr>
              <a:t> </a:t>
            </a:r>
          </a:p>
          <a:p>
            <a:pPr marL="45720" indent="0">
              <a:buNone/>
            </a:pPr>
            <a:r>
              <a:rPr kumimoji="1" lang="ja-JP" altLang="en-US" dirty="0">
                <a:latin typeface="Meiryo UI" charset="0"/>
                <a:ea typeface="Meiryo UI" charset="0"/>
              </a:rPr>
              <a:t>　プログラムからはストアドプロシージャを呼び出すだけで一連の操作を行うことができる。</a:t>
            </a:r>
          </a:p>
          <a:p>
            <a:pPr marL="45720" indent="0">
              <a:buNone/>
            </a:pPr>
            <a:endParaRPr kumimoji="1" lang="ja-JP" altLang="en-US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 b="1" u="sng" dirty="0">
                <a:latin typeface="Meiryo UI" charset="0"/>
                <a:ea typeface="Meiryo UI" charset="0"/>
              </a:rPr>
              <a:t>拡張</a:t>
            </a:r>
            <a:r>
              <a:rPr kumimoji="1" lang="en-US" altLang="ja-JP" b="1" u="sng" dirty="0">
                <a:latin typeface="Meiryo UI" charset="0"/>
                <a:ea typeface="Meiryo UI" charset="0"/>
              </a:rPr>
              <a:t>SQL</a:t>
            </a:r>
            <a:r>
              <a:rPr kumimoji="1" lang="en-US" altLang="ja-JP" dirty="0">
                <a:latin typeface="Meiryo UI" charset="0"/>
                <a:ea typeface="Meiryo UI" charset="0"/>
              </a:rPr>
              <a:t> </a:t>
            </a:r>
            <a:endParaRPr kumimoji="1" lang="ja-JP" altLang="en-US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 b="1" dirty="0">
                <a:latin typeface="Meiryo UI" charset="0"/>
                <a:ea typeface="Meiryo UI" charset="0"/>
              </a:rPr>
              <a:t>　</a:t>
            </a:r>
            <a:r>
              <a:rPr kumimoji="1" lang="ja-JP" altLang="en-US" dirty="0">
                <a:latin typeface="Meiryo UI" charset="0"/>
                <a:ea typeface="Meiryo UI" charset="0"/>
              </a:rPr>
              <a:t>主にストアドプロシージャを作成するために使用する。 </a:t>
            </a:r>
          </a:p>
          <a:p>
            <a:pPr marL="45720" indent="0">
              <a:buNone/>
            </a:pPr>
            <a:r>
              <a:rPr kumimoji="1" lang="ja-JP" altLang="en-US" dirty="0">
                <a:latin typeface="Meiryo UI" charset="0"/>
                <a:ea typeface="Meiryo UI" charset="0"/>
              </a:rPr>
              <a:t>　</a:t>
            </a:r>
            <a:r>
              <a:rPr kumimoji="1" lang="en-US" altLang="ja-JP" dirty="0">
                <a:latin typeface="Meiryo UI" charset="0"/>
                <a:ea typeface="Meiryo UI" charset="0"/>
              </a:rPr>
              <a:t>RDBMS</a:t>
            </a:r>
            <a:r>
              <a:rPr kumimoji="1" lang="ja-JP" altLang="en-US" dirty="0">
                <a:latin typeface="Meiryo UI" charset="0"/>
                <a:ea typeface="Meiryo UI" charset="0"/>
              </a:rPr>
              <a:t>製品ごとに異なる。 </a:t>
            </a:r>
          </a:p>
          <a:p>
            <a:pPr marL="45720" indent="0">
              <a:buNone/>
            </a:pPr>
            <a:r>
              <a:rPr kumimoji="1" lang="ja-JP" altLang="en-US" dirty="0">
                <a:latin typeface="Meiryo UI" charset="0"/>
                <a:ea typeface="Meiryo UI" charset="0"/>
              </a:rPr>
              <a:t>　</a:t>
            </a:r>
            <a:r>
              <a:rPr kumimoji="1" lang="en-US" altLang="ja-JP" dirty="0">
                <a:latin typeface="Meiryo UI" charset="0"/>
                <a:ea typeface="Meiryo UI" charset="0"/>
              </a:rPr>
              <a:t>(ORACL</a:t>
            </a:r>
            <a:r>
              <a:rPr kumimoji="1" lang="ja-JP" altLang="en-US" dirty="0">
                <a:latin typeface="Meiryo UI" charset="0"/>
                <a:ea typeface="Meiryo UI" charset="0"/>
              </a:rPr>
              <a:t>：</a:t>
            </a:r>
            <a:r>
              <a:rPr kumimoji="1" lang="en-US" altLang="ja-JP" dirty="0">
                <a:latin typeface="Meiryo UI" charset="0"/>
                <a:ea typeface="Meiryo UI" charset="0"/>
              </a:rPr>
              <a:t>PL/SQL</a:t>
            </a:r>
            <a:r>
              <a:rPr kumimoji="1" lang="ja-JP" altLang="en-US" dirty="0" err="1">
                <a:latin typeface="Meiryo UI" charset="0"/>
                <a:ea typeface="Meiryo UI" charset="0"/>
              </a:rPr>
              <a:t>、</a:t>
            </a:r>
            <a:r>
              <a:rPr kumimoji="1" lang="en-US" altLang="ja-JP" dirty="0">
                <a:latin typeface="Meiryo UI" charset="0"/>
                <a:ea typeface="Meiryo UI" charset="0"/>
              </a:rPr>
              <a:t>SQL Server</a:t>
            </a:r>
            <a:r>
              <a:rPr kumimoji="1" lang="ja-JP" altLang="en-US" dirty="0">
                <a:latin typeface="Meiryo UI" charset="0"/>
                <a:ea typeface="Meiryo UI" charset="0"/>
              </a:rPr>
              <a:t>：</a:t>
            </a:r>
            <a:r>
              <a:rPr kumimoji="1" lang="en-US" altLang="ja-JP" dirty="0">
                <a:latin typeface="Meiryo UI" charset="0"/>
                <a:ea typeface="Meiryo UI" charset="0"/>
              </a:rPr>
              <a:t>Transact-SQL</a:t>
            </a:r>
            <a:r>
              <a:rPr kumimoji="1" lang="ja-JP" altLang="en-US" dirty="0">
                <a:latin typeface="Meiryo UI" charset="0"/>
                <a:ea typeface="Meiryo UI" charset="0"/>
              </a:rPr>
              <a:t>など</a:t>
            </a:r>
            <a:r>
              <a:rPr kumimoji="1" lang="en-US" altLang="ja-JP" dirty="0">
                <a:latin typeface="Meiryo UI" charset="0"/>
                <a:ea typeface="Meiryo UI" charset="0"/>
              </a:rPr>
              <a:t>) </a:t>
            </a:r>
            <a:r>
              <a:rPr kumimoji="1" lang="ja-JP" altLang="en-US" dirty="0">
                <a:latin typeface="Meiryo UI" charset="0"/>
                <a:ea typeface="Meiryo UI" charset="0"/>
              </a:rPr>
              <a:t> </a:t>
            </a:r>
          </a:p>
          <a:p>
            <a:pPr marL="45720" indent="0">
              <a:buNone/>
            </a:pPr>
            <a:endParaRPr kumimoji="1" lang="ja-JP" altLang="en-US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 b="1" u="sng" dirty="0">
                <a:latin typeface="Meiryo UI" charset="0"/>
                <a:ea typeface="Meiryo UI" charset="0"/>
              </a:rPr>
              <a:t>トリガー</a:t>
            </a:r>
          </a:p>
          <a:p>
            <a:pPr marL="45720" indent="0">
              <a:buNone/>
            </a:pPr>
            <a:r>
              <a:rPr kumimoji="1" lang="ja-JP" altLang="en-US" b="1" dirty="0">
                <a:latin typeface="Meiryo UI" charset="0"/>
                <a:ea typeface="Meiryo UI" charset="0"/>
              </a:rPr>
              <a:t>　</a:t>
            </a:r>
            <a:r>
              <a:rPr kumimoji="1" lang="ja-JP" altLang="en-US" dirty="0">
                <a:latin typeface="Meiryo UI" charset="0"/>
                <a:ea typeface="Meiryo UI" charset="0"/>
              </a:rPr>
              <a:t>テーブルに対して登録、変更、削除など特定の操作が加えられたことをきっかけに</a:t>
            </a:r>
          </a:p>
          <a:p>
            <a:pPr marL="45720" indent="0">
              <a:buNone/>
            </a:pPr>
            <a:r>
              <a:rPr kumimoji="1" lang="ja-JP" altLang="en-US" dirty="0">
                <a:latin typeface="Meiryo UI" charset="0"/>
                <a:ea typeface="Meiryo UI" charset="0"/>
              </a:rPr>
              <a:t>　自動的に実行されるストアドプロシージャのこと。</a:t>
            </a:r>
          </a:p>
        </p:txBody>
      </p:sp>
    </p:spTree>
    <p:extLst>
      <p:ext uri="{BB962C8B-B14F-4D97-AF65-F5344CB8AC3E}">
        <p14:creationId xmlns:p14="http://schemas.microsoft.com/office/powerpoint/2010/main" val="1671834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コントラストにより注目を集めるビジネス用プレゼンテーション (16x9)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1D5F340F01F94FA2FD29A5E6DC872E" ma:contentTypeVersion="0" ma:contentTypeDescription="Create a new document." ma:contentTypeScope="" ma:versionID="f583bd66513a361a730282b6a794e35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841151cf538834e171094e4faaf2d7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この値は保存または変更の回数を示します。変更後は必ずアプリケーションによってこの値が更新されます。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E963E73-FDB1-44AE-BA76-746BBD659F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F2B73376-B181-4668-84FF-A62668D48FE9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9150CD3-A6AC-414D-9560-715EC9E31BA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</TotalTime>
  <Words>1085</Words>
  <Application>Microsoft Office PowerPoint</Application>
  <PresentationFormat>ユーザー設定</PresentationFormat>
  <Paragraphs>571</Paragraphs>
  <Slides>37</Slides>
  <Notes>34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37</vt:i4>
      </vt:variant>
    </vt:vector>
  </HeadingPairs>
  <TitlesOfParts>
    <vt:vector size="44" baseType="lpstr">
      <vt:lpstr>Meiryo UI</vt:lpstr>
      <vt:lpstr>MS PGothic</vt:lpstr>
      <vt:lpstr>ＭＳ ゴシック</vt:lpstr>
      <vt:lpstr>メイリオ</vt:lpstr>
      <vt:lpstr>Arial</vt:lpstr>
      <vt:lpstr>Franklin Gothic Medium</vt:lpstr>
      <vt:lpstr>コントラストにより注目を集めるビジネス用プレゼンテーション (16x9)</vt:lpstr>
      <vt:lpstr>SQL基礎講義</vt:lpstr>
      <vt:lpstr>目次</vt:lpstr>
      <vt:lpstr>1.データベースとは 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2 .SQLの基礎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3. 関数</vt:lpstr>
      <vt:lpstr>PowerPoint プレゼンテーション</vt:lpstr>
      <vt:lpstr>PowerPoint プレゼンテーション</vt:lpstr>
      <vt:lpstr>4. 複雑なデータ操作</vt:lpstr>
      <vt:lpstr>内部結合のイメージ</vt:lpstr>
      <vt:lpstr>外部結合のイメージ</vt:lpstr>
      <vt:lpstr>PowerPoint プレゼンテーション</vt:lpstr>
      <vt:lpstr>5.データを守る仕組み</vt:lpstr>
      <vt:lpstr>PowerPoint プレゼンテーション</vt:lpstr>
      <vt:lpstr>PowerPoint プレゼンテーション</vt:lpstr>
      <vt:lpstr>PowerPoint プレゼンテーション</vt:lpstr>
      <vt:lpstr>6.プログラムとの連携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タイトル レイアウト</dc:title>
  <dc:creator>Summer</dc:creator>
  <cp:lastModifiedBy>satou</cp:lastModifiedBy>
  <cp:revision>84</cp:revision>
  <dcterms:created xsi:type="dcterms:W3CDTF">2013-04-05T19:55:11Z</dcterms:created>
  <dcterms:modified xsi:type="dcterms:W3CDTF">2018-03-20T10:53:58Z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0x0101007C1D5F340F01F94FA2FD29A5E6DC872E</vt:lpwstr>
  </property>
  <property fmtid="{D5CDD505-2E9C-101B-9397-08002B2CF9AE}" pid="3" name="IsMyDocuments">
    <vt:bool>true</vt:bool>
  </property>
</Properties>
</file>