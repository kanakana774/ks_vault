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6"/>
  </p:notesMasterIdLst>
  <p:handoutMasterIdLst>
    <p:handoutMasterId r:id="rId17"/>
  </p:handoutMasterIdLst>
  <p:sldIdLst>
    <p:sldId id="294" r:id="rId5"/>
    <p:sldId id="295" r:id="rId6"/>
    <p:sldId id="296" r:id="rId7"/>
    <p:sldId id="302" r:id="rId8"/>
    <p:sldId id="297" r:id="rId9"/>
    <p:sldId id="298" r:id="rId10"/>
    <p:sldId id="299" r:id="rId11"/>
    <p:sldId id="300" r:id="rId12"/>
    <p:sldId id="303" r:id="rId13"/>
    <p:sldId id="301" r:id="rId14"/>
    <p:sldId id="304" r:id="rId15"/>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8" pos="3839">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howGuides="1">
      <p:cViewPr varScale="1">
        <p:scale>
          <a:sx n="82" d="100"/>
          <a:sy n="82" d="100"/>
        </p:scale>
        <p:origin x="691" y="72"/>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2838"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latinLnBrk="0">
              <a:defRPr kumimoji="1" lang="ja-JP" sz="1200"/>
            </a:lvl1pPr>
          </a:lstStyle>
          <a:p>
            <a:endParaRPr kumimoji="1" lang="ja-JP"/>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latinLnBrk="0">
              <a:defRPr kumimoji="1" lang="ja-JP" sz="1200"/>
            </a:lvl1pPr>
          </a:lstStyle>
          <a:p>
            <a:fld id="{24CE221E-83ED-4F6C-BA5F-3F9E6FDB6953}" type="datetimeFigureOut">
              <a:rPr kumimoji="1" lang="en-US" altLang="ja-JP"/>
              <a:t>9/1/2025</a:t>
            </a:fld>
            <a:endParaRPr kumimoji="1" lang="ja-JP"/>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latinLnBrk="0">
              <a:defRPr kumimoji="1" lang="ja-JP" sz="1200"/>
            </a:lvl1pPr>
          </a:lstStyle>
          <a:p>
            <a:endParaRPr kumimoji="1" lang="ja-JP"/>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latinLnBrk="0">
              <a:defRPr kumimoji="1" lang="ja-JP" sz="1200"/>
            </a:lvl1pPr>
          </a:lstStyle>
          <a:p>
            <a:fld id="{CA4CBEF8-5CDE-472B-839B-B8BB0C881006}" type="slidenum">
              <a:rPr kumimoji="1" lang="en-US" altLang="ja-JP"/>
              <a:t>‹#›</a:t>
            </a:fld>
            <a:endParaRPr kumimoji="1" lang="ja-JP"/>
          </a:p>
        </p:txBody>
      </p:sp>
    </p:spTree>
    <p:extLst>
      <p:ext uri="{BB962C8B-B14F-4D97-AF65-F5344CB8AC3E}">
        <p14:creationId xmlns:p14="http://schemas.microsoft.com/office/powerpoint/2010/main" val="42632892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latinLnBrk="0">
              <a:defRPr kumimoji="1" lang="ja-JP" sz="1200"/>
            </a:lvl1pPr>
          </a:lstStyle>
          <a:p>
            <a:endParaRPr kumimoji="1" lang="ja-JP"/>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latinLnBrk="0">
              <a:defRPr kumimoji="1" lang="ja-JP" sz="1200"/>
            </a:lvl1pPr>
          </a:lstStyle>
          <a:p>
            <a:fld id="{97853E5F-CE67-483C-A264-F17AC70E9CA2}" type="datetimeFigureOut">
              <a:t>2025/9/1</a:t>
            </a:fld>
            <a:endParaRPr kumimoji="1" lang="ja-JP"/>
          </a:p>
        </p:txBody>
      </p:sp>
      <p:sp>
        <p:nvSpPr>
          <p:cNvPr id="4" name="スライド イメージ プレースホルダー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kumimoji="1" lang="ja-JP"/>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t>マスター テキストのスタイルを編集するには、ここをクリック</a:t>
            </a:r>
          </a:p>
          <a:p>
            <a:pPr lvl="1"/>
            <a:r>
              <a:rPr kumimoji="1" lang="ja-JP"/>
              <a:t>第 2 レベル</a:t>
            </a:r>
          </a:p>
          <a:p>
            <a:pPr lvl="2"/>
            <a:r>
              <a:rPr kumimoji="1" lang="ja-JP"/>
              <a:t>第 3 レベル</a:t>
            </a:r>
          </a:p>
          <a:p>
            <a:pPr lvl="3"/>
            <a:r>
              <a:rPr kumimoji="1" lang="ja-JP"/>
              <a:t>第 4 レベル</a:t>
            </a:r>
          </a:p>
          <a:p>
            <a:pPr lvl="4"/>
            <a:r>
              <a:rPr kumimoji="1" lang="ja-JP"/>
              <a:t>第 5 レベル</a:t>
            </a:r>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latinLnBrk="0">
              <a:defRPr kumimoji="1" lang="ja-JP" sz="1200"/>
            </a:lvl1pPr>
          </a:lstStyle>
          <a:p>
            <a:endParaRPr kumimoji="1" lang="ja-JP"/>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latinLnBrk="0">
              <a:defRPr kumimoji="1" lang="ja-JP" sz="1200"/>
            </a:lvl1pPr>
          </a:lstStyle>
          <a:p>
            <a:fld id="{6BB98AFB-CB0D-4DFE-87B9-B4B0D0DE73CD}" type="slidenum">
              <a:t>‹#›</a:t>
            </a:fld>
            <a:endParaRPr kumimoji="1" lang="ja-JP"/>
          </a:p>
        </p:txBody>
      </p:sp>
    </p:spTree>
    <p:extLst>
      <p:ext uri="{BB962C8B-B14F-4D97-AF65-F5344CB8AC3E}">
        <p14:creationId xmlns:p14="http://schemas.microsoft.com/office/powerpoint/2010/main" val="251280581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lang="ja-JP" sz="1200" kern="1200">
        <a:solidFill>
          <a:schemeClr val="tx1"/>
        </a:solidFill>
        <a:latin typeface="+mn-lt"/>
        <a:ea typeface="+mn-ea"/>
        <a:cs typeface="+mn-cs"/>
      </a:defRPr>
    </a:lvl1pPr>
    <a:lvl2pPr marL="457200" algn="l" defTabSz="914400" rtl="0" eaLnBrk="1" latinLnBrk="0" hangingPunct="1">
      <a:defRPr kumimoji="1" lang="ja-JP" sz="1200" kern="1200">
        <a:solidFill>
          <a:schemeClr val="tx1"/>
        </a:solidFill>
        <a:latin typeface="+mn-lt"/>
        <a:ea typeface="+mn-ea"/>
        <a:cs typeface="+mn-cs"/>
      </a:defRPr>
    </a:lvl2pPr>
    <a:lvl3pPr marL="914400" algn="l" defTabSz="914400" rtl="0" eaLnBrk="1" latinLnBrk="0" hangingPunct="1">
      <a:defRPr kumimoji="1" lang="ja-JP" sz="1200" kern="1200">
        <a:solidFill>
          <a:schemeClr val="tx1"/>
        </a:solidFill>
        <a:latin typeface="+mn-lt"/>
        <a:ea typeface="+mn-ea"/>
        <a:cs typeface="+mn-cs"/>
      </a:defRPr>
    </a:lvl3pPr>
    <a:lvl4pPr marL="1371600" algn="l" defTabSz="914400" rtl="0" eaLnBrk="1" latinLnBrk="0" hangingPunct="1">
      <a:defRPr kumimoji="1" lang="ja-JP" sz="1200" kern="1200">
        <a:solidFill>
          <a:schemeClr val="tx1"/>
        </a:solidFill>
        <a:latin typeface="+mn-lt"/>
        <a:ea typeface="+mn-ea"/>
        <a:cs typeface="+mn-cs"/>
      </a:defRPr>
    </a:lvl4pPr>
    <a:lvl5pPr marL="1828800" algn="l" defTabSz="914400" rtl="0" eaLnBrk="1" latinLnBrk="0" hangingPunct="1">
      <a:defRPr kumimoji="1" lang="ja-JP" sz="1200" kern="1200">
        <a:solidFill>
          <a:schemeClr val="tx1"/>
        </a:solidFill>
        <a:latin typeface="+mn-lt"/>
        <a:ea typeface="+mn-ea"/>
        <a:cs typeface="+mn-cs"/>
      </a:defRPr>
    </a:lvl5pPr>
    <a:lvl6pPr marL="2286000" algn="l" defTabSz="914400" rtl="0" eaLnBrk="1" latinLnBrk="0" hangingPunct="1">
      <a:defRPr kumimoji="1" lang="ja-JP" sz="1200" kern="1200">
        <a:solidFill>
          <a:schemeClr val="tx1"/>
        </a:solidFill>
        <a:latin typeface="+mn-lt"/>
        <a:ea typeface="+mn-ea"/>
        <a:cs typeface="+mn-cs"/>
      </a:defRPr>
    </a:lvl6pPr>
    <a:lvl7pPr marL="2743200" algn="l" defTabSz="914400" rtl="0" eaLnBrk="1" latinLnBrk="0" hangingPunct="1">
      <a:defRPr kumimoji="1" lang="ja-JP" sz="1200" kern="1200">
        <a:solidFill>
          <a:schemeClr val="tx1"/>
        </a:solidFill>
        <a:latin typeface="+mn-lt"/>
        <a:ea typeface="+mn-ea"/>
        <a:cs typeface="+mn-cs"/>
      </a:defRPr>
    </a:lvl7pPr>
    <a:lvl8pPr marL="3200400" algn="l" defTabSz="914400" rtl="0" eaLnBrk="1" latinLnBrk="0" hangingPunct="1">
      <a:defRPr kumimoji="1" lang="ja-JP" sz="1200" kern="1200">
        <a:solidFill>
          <a:schemeClr val="tx1"/>
        </a:solidFill>
        <a:latin typeface="+mn-lt"/>
        <a:ea typeface="+mn-ea"/>
        <a:cs typeface="+mn-cs"/>
      </a:defRPr>
    </a:lvl8pPr>
    <a:lvl9pPr marL="3657600" algn="l" defTabSz="914400" rtl="0" eaLnBrk="1" latinLnBrk="0" hangingPunct="1">
      <a:defRPr kumimoji="1" lang="ja-JP"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10"/>
          </p:nvPr>
        </p:nvSpPr>
        <p:spPr/>
        <p:txBody>
          <a:bodyPr/>
          <a:lstStyle/>
          <a:p>
            <a:fld id="{6BB98AFB-CB0D-4DFE-87B9-B4B0D0DE73CD}" type="slidenum">
              <a:rPr lang="en-US" altLang="ja-JP"/>
              <a:t>1</a:t>
            </a:fld>
            <a:endParaRPr kumimoji="1" lang="ja-JP" altLang="en-US"/>
          </a:p>
        </p:txBody>
      </p:sp>
    </p:spTree>
    <p:extLst>
      <p:ext uri="{BB962C8B-B14F-4D97-AF65-F5344CB8AC3E}">
        <p14:creationId xmlns:p14="http://schemas.microsoft.com/office/powerpoint/2010/main" val="34324125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p:cNvSpPr>
            <a:spLocks noGrp="1"/>
          </p:cNvSpPr>
          <p:nvPr>
            <p:ph type="ctrTitle"/>
          </p:nvPr>
        </p:nvSpPr>
        <p:spPr>
          <a:xfrm>
            <a:off x="1065214" y="533400"/>
            <a:ext cx="5029200" cy="2514601"/>
          </a:xfrm>
        </p:spPr>
        <p:txBody>
          <a:bodyPr>
            <a:normAutofit/>
          </a:bodyPr>
          <a:lstStyle>
            <a:lvl1pPr latinLnBrk="0">
              <a:defRPr kumimoji="1" lang="ja-JP" sz="5400">
                <a:latin typeface="Meiryo UI" panose="020B0604030504040204" pitchFamily="50" charset="-128"/>
                <a:ea typeface="Meiryo UI" panose="020B0604030504040204" pitchFamily="50" charset="-128"/>
                <a:cs typeface="Meiryo UI" panose="020B0604030504040204" pitchFamily="50" charset="-128"/>
              </a:defRPr>
            </a:lvl1pPr>
          </a:lstStyle>
          <a:p>
            <a:r>
              <a:rPr kumimoji="1" lang="ja-JP"/>
              <a:t>マスター タイトルのスタイルを編集するには、ここをクリック</a:t>
            </a:r>
          </a:p>
        </p:txBody>
      </p:sp>
      <p:sp>
        <p:nvSpPr>
          <p:cNvPr id="3" name="サブタイトル 2"/>
          <p:cNvSpPr>
            <a:spLocks noGrp="1"/>
          </p:cNvSpPr>
          <p:nvPr>
            <p:ph type="subTitle" idx="1"/>
          </p:nvPr>
        </p:nvSpPr>
        <p:spPr>
          <a:xfrm>
            <a:off x="1065212" y="3403600"/>
            <a:ext cx="5029201" cy="1397000"/>
          </a:xfrm>
        </p:spPr>
        <p:txBody>
          <a:bodyPr>
            <a:normAutofit/>
          </a:bodyPr>
          <a:lstStyle>
            <a:lvl1pPr marL="0" indent="0" algn="l" latinLnBrk="0">
              <a:spcBef>
                <a:spcPts val="600"/>
              </a:spcBef>
              <a:buNone/>
              <a:defRPr kumimoji="1" lang="ja-JP" sz="24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defRPr>
            </a:lvl1pPr>
            <a:lvl2pPr marL="457200" indent="0" algn="ctr" latinLnBrk="0">
              <a:buNone/>
              <a:defRPr kumimoji="1" lang="ja-JP">
                <a:solidFill>
                  <a:schemeClr val="tx1">
                    <a:tint val="75000"/>
                  </a:schemeClr>
                </a:solidFill>
              </a:defRPr>
            </a:lvl2pPr>
            <a:lvl3pPr marL="914400" indent="0" algn="ctr" latinLnBrk="0">
              <a:buNone/>
              <a:defRPr kumimoji="1" lang="ja-JP">
                <a:solidFill>
                  <a:schemeClr val="tx1">
                    <a:tint val="75000"/>
                  </a:schemeClr>
                </a:solidFill>
              </a:defRPr>
            </a:lvl3pPr>
            <a:lvl4pPr marL="1371600" indent="0" algn="ctr" latinLnBrk="0">
              <a:buNone/>
              <a:defRPr kumimoji="1" lang="ja-JP">
                <a:solidFill>
                  <a:schemeClr val="tx1">
                    <a:tint val="75000"/>
                  </a:schemeClr>
                </a:solidFill>
              </a:defRPr>
            </a:lvl4pPr>
            <a:lvl5pPr marL="1828800" indent="0" algn="ctr" latinLnBrk="0">
              <a:buNone/>
              <a:defRPr kumimoji="1" lang="ja-JP">
                <a:solidFill>
                  <a:schemeClr val="tx1">
                    <a:tint val="75000"/>
                  </a:schemeClr>
                </a:solidFill>
              </a:defRPr>
            </a:lvl5pPr>
            <a:lvl6pPr marL="2286000" indent="0" algn="ctr" latinLnBrk="0">
              <a:buNone/>
              <a:defRPr kumimoji="1" lang="ja-JP">
                <a:solidFill>
                  <a:schemeClr val="tx1">
                    <a:tint val="75000"/>
                  </a:schemeClr>
                </a:solidFill>
              </a:defRPr>
            </a:lvl6pPr>
            <a:lvl7pPr marL="2743200" indent="0" algn="ctr" latinLnBrk="0">
              <a:buNone/>
              <a:defRPr kumimoji="1" lang="ja-JP">
                <a:solidFill>
                  <a:schemeClr val="tx1">
                    <a:tint val="75000"/>
                  </a:schemeClr>
                </a:solidFill>
              </a:defRPr>
            </a:lvl7pPr>
            <a:lvl8pPr marL="3200400" indent="0" algn="ctr" latinLnBrk="0">
              <a:buNone/>
              <a:defRPr kumimoji="1" lang="ja-JP">
                <a:solidFill>
                  <a:schemeClr val="tx1">
                    <a:tint val="75000"/>
                  </a:schemeClr>
                </a:solidFill>
              </a:defRPr>
            </a:lvl8pPr>
            <a:lvl9pPr marL="3657600" indent="0" algn="ctr" latinLnBrk="0">
              <a:buNone/>
              <a:defRPr kumimoji="1" lang="ja-JP">
                <a:solidFill>
                  <a:schemeClr val="tx1">
                    <a:tint val="75000"/>
                  </a:schemeClr>
                </a:solidFill>
              </a:defRPr>
            </a:lvl9pPr>
          </a:lstStyle>
          <a:p>
            <a:r>
              <a:rPr kumimoji="1" lang="ja-JP"/>
              <a:t>マスター サブタイトルのスタイルを編集するには、ここをクリック</a:t>
            </a:r>
          </a:p>
        </p:txBody>
      </p:sp>
      <p:sp>
        <p:nvSpPr>
          <p:cNvPr id="4" name="日付プレースホルダー 3"/>
          <p:cNvSpPr>
            <a:spLocks noGrp="1"/>
          </p:cNvSpPr>
          <p:nvPr>
            <p:ph type="dt" sz="half" idx="10"/>
          </p:nvPr>
        </p:nvSpPr>
        <p:spPr/>
        <p:txBody>
          <a:bodyPr/>
          <a:lstStyle>
            <a:lvl1pPr>
              <a:defRPr>
                <a:latin typeface="Meiryo UI" panose="020B0604030504040204" pitchFamily="50" charset="-128"/>
                <a:ea typeface="Meiryo UI" panose="020B0604030504040204" pitchFamily="50" charset="-128"/>
                <a:cs typeface="Meiryo UI" panose="020B0604030504040204" pitchFamily="50" charset="-128"/>
              </a:defRPr>
            </a:lvl1pPr>
          </a:lstStyle>
          <a:p>
            <a:fld id="{3E0FA9E5-6744-4841-888F-9E7CC0C2B7EC}" type="datetimeFigureOut">
              <a:rPr lang="en-US" altLang="ja-JP" smtClean="0"/>
              <a:pPr/>
              <a:t>9/1/2025</a:t>
            </a:fld>
            <a:endParaRPr lang="ja-JP" altLang="en-US"/>
          </a:p>
        </p:txBody>
      </p:sp>
      <p:sp>
        <p:nvSpPr>
          <p:cNvPr id="5" name="フッター プレースホルダー 4"/>
          <p:cNvSpPr>
            <a:spLocks noGrp="1"/>
          </p:cNvSpPr>
          <p:nvPr>
            <p:ph type="ftr" sz="quarter" idx="11"/>
          </p:nvPr>
        </p:nvSpPr>
        <p:spPr/>
        <p:txBody>
          <a:bodyPr/>
          <a:lstStyle>
            <a:lvl1pPr>
              <a:defRPr>
                <a:latin typeface="Meiryo UI" panose="020B0604030504040204" pitchFamily="50" charset="-128"/>
                <a:ea typeface="Meiryo UI" panose="020B0604030504040204" pitchFamily="50" charset="-128"/>
                <a:cs typeface="Meiryo UI" panose="020B0604030504040204" pitchFamily="50" charset="-128"/>
              </a:defRPr>
            </a:lvl1pPr>
          </a:lstStyle>
          <a:p>
            <a:endParaRPr lang="ja-JP" altLang="en-US"/>
          </a:p>
        </p:txBody>
      </p:sp>
      <p:sp>
        <p:nvSpPr>
          <p:cNvPr id="6" name="スライド番号プレースホルダー 5"/>
          <p:cNvSpPr>
            <a:spLocks noGrp="1"/>
          </p:cNvSpPr>
          <p:nvPr>
            <p:ph type="sldNum" sz="quarter" idx="12"/>
          </p:nvPr>
        </p:nvSpPr>
        <p:spPr/>
        <p:txBody>
          <a:bodyPr/>
          <a:lstStyle>
            <a:lvl1pPr>
              <a:defRPr>
                <a:latin typeface="Meiryo UI" panose="020B0604030504040204" pitchFamily="50" charset="-128"/>
                <a:ea typeface="Meiryo UI" panose="020B0604030504040204" pitchFamily="50" charset="-128"/>
                <a:cs typeface="Meiryo UI" panose="020B0604030504040204" pitchFamily="50" charset="-128"/>
              </a:defRPr>
            </a:lvl1pPr>
          </a:lstStyle>
          <a:p>
            <a:fld id="{AAEAE4A8-A6E5-453E-B946-FB774B73F48C}" type="slidenum">
              <a:rPr lang="en-US" altLang="ja-JP" smtClean="0"/>
              <a:pPr/>
              <a:t>‹#›</a:t>
            </a:fld>
            <a:endParaRPr lang="en-US" altLang="ja-JP"/>
          </a:p>
        </p:txBody>
      </p:sp>
    </p:spTree>
    <p:extLst>
      <p:ext uri="{BB962C8B-B14F-4D97-AF65-F5344CB8AC3E}">
        <p14:creationId xmlns:p14="http://schemas.microsoft.com/office/powerpoint/2010/main" val="664752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cs typeface="Meiryo UI" panose="020B0604030504040204" pitchFamily="50" charset="-128"/>
              </a:defRPr>
            </a:lvl1pPr>
          </a:lstStyle>
          <a:p>
            <a:r>
              <a:rPr kumimoji="1" lang="ja-JP" dirty="0"/>
              <a:t>マスター タイトルのスタイルを編集するには、ここをクリック</a:t>
            </a:r>
          </a:p>
        </p:txBody>
      </p:sp>
      <p:sp>
        <p:nvSpPr>
          <p:cNvPr id="3" name="コンテンツ プレースホルダー 2"/>
          <p:cNvSpPr>
            <a:spLocks noGrp="1"/>
          </p:cNvSpPr>
          <p:nvPr>
            <p:ph idx="1"/>
          </p:nvPr>
        </p:nvSpPr>
        <p:spPr/>
        <p:txBody>
          <a:bodyPr/>
          <a:lstStyle>
            <a:lvl1pPr>
              <a:defRPr>
                <a:latin typeface="Meiryo UI" panose="020B0604030504040204" pitchFamily="50" charset="-128"/>
                <a:ea typeface="Meiryo UI" panose="020B0604030504040204" pitchFamily="50" charset="-128"/>
                <a:cs typeface="Meiryo UI" panose="020B0604030504040204" pitchFamily="50" charset="-128"/>
              </a:defRPr>
            </a:lvl1pPr>
            <a:lvl2pPr>
              <a:defRPr>
                <a:latin typeface="Meiryo UI" panose="020B0604030504040204" pitchFamily="50" charset="-128"/>
                <a:ea typeface="Meiryo UI" panose="020B0604030504040204" pitchFamily="50" charset="-128"/>
                <a:cs typeface="Meiryo UI" panose="020B0604030504040204" pitchFamily="50" charset="-128"/>
              </a:defRPr>
            </a:lvl2pPr>
            <a:lvl3pPr>
              <a:defRPr>
                <a:latin typeface="Meiryo UI" panose="020B0604030504040204" pitchFamily="50" charset="-128"/>
                <a:ea typeface="Meiryo UI" panose="020B0604030504040204" pitchFamily="50" charset="-128"/>
                <a:cs typeface="Meiryo UI" panose="020B0604030504040204" pitchFamily="50" charset="-128"/>
              </a:defRPr>
            </a:lvl3pPr>
            <a:lvl4pPr>
              <a:defRPr>
                <a:latin typeface="Meiryo UI" panose="020B0604030504040204" pitchFamily="50" charset="-128"/>
                <a:ea typeface="Meiryo UI" panose="020B0604030504040204" pitchFamily="50" charset="-128"/>
                <a:cs typeface="Meiryo UI" panose="020B0604030504040204" pitchFamily="50" charset="-128"/>
              </a:defRPr>
            </a:lvl4pPr>
            <a:lvl5pPr>
              <a:defRPr>
                <a:latin typeface="Meiryo UI" panose="020B0604030504040204" pitchFamily="50" charset="-128"/>
                <a:ea typeface="Meiryo UI" panose="020B0604030504040204" pitchFamily="50" charset="-128"/>
                <a:cs typeface="Meiryo UI" panose="020B0604030504040204" pitchFamily="50" charset="-128"/>
              </a:defRPr>
            </a:lvl5pPr>
          </a:lstStyle>
          <a:p>
            <a:pPr lvl="0"/>
            <a:r>
              <a:rPr kumimoji="1" lang="ja-JP" dirty="0"/>
              <a:t>マスター テキストのスタイルを編集するには、ここをクリック</a:t>
            </a:r>
          </a:p>
          <a:p>
            <a:pPr lvl="1"/>
            <a:r>
              <a:rPr kumimoji="1" lang="ja-JP" dirty="0"/>
              <a:t>第 2 レベル</a:t>
            </a:r>
          </a:p>
          <a:p>
            <a:pPr lvl="2"/>
            <a:r>
              <a:rPr kumimoji="1" lang="ja-JP" dirty="0"/>
              <a:t>第 3 レベル</a:t>
            </a:r>
          </a:p>
          <a:p>
            <a:pPr lvl="3"/>
            <a:r>
              <a:rPr kumimoji="1" lang="ja-JP" dirty="0"/>
              <a:t>第 4 レベル</a:t>
            </a:r>
          </a:p>
          <a:p>
            <a:pPr lvl="4"/>
            <a:r>
              <a:rPr kumimoji="1" lang="ja-JP" dirty="0"/>
              <a:t>第 5 レベル</a:t>
            </a:r>
          </a:p>
        </p:txBody>
      </p:sp>
      <p:sp>
        <p:nvSpPr>
          <p:cNvPr id="4" name="日付プレースホルダー 3"/>
          <p:cNvSpPr>
            <a:spLocks noGrp="1"/>
          </p:cNvSpPr>
          <p:nvPr>
            <p:ph type="dt" sz="half" idx="10"/>
          </p:nvPr>
        </p:nvSpPr>
        <p:spPr/>
        <p:txBody>
          <a:bodyPr/>
          <a:lstStyle>
            <a:lvl1pPr>
              <a:defRPr>
                <a:latin typeface="Meiryo UI" panose="020B0604030504040204" pitchFamily="50" charset="-128"/>
                <a:ea typeface="Meiryo UI" panose="020B0604030504040204" pitchFamily="50" charset="-128"/>
                <a:cs typeface="Meiryo UI" panose="020B0604030504040204" pitchFamily="50" charset="-128"/>
              </a:defRPr>
            </a:lvl1pPr>
          </a:lstStyle>
          <a:p>
            <a:fld id="{3E0FA9E5-6744-4841-888F-9E7CC0C2B7EC}" type="datetimeFigureOut">
              <a:rPr lang="en-US" altLang="ja-JP" smtClean="0"/>
              <a:pPr/>
              <a:t>9/1/2025</a:t>
            </a:fld>
            <a:endParaRPr lang="ja-JP" altLang="en-US"/>
          </a:p>
        </p:txBody>
      </p:sp>
      <p:sp>
        <p:nvSpPr>
          <p:cNvPr id="5" name="フッター プレースホルダー 4"/>
          <p:cNvSpPr>
            <a:spLocks noGrp="1"/>
          </p:cNvSpPr>
          <p:nvPr>
            <p:ph type="ftr" sz="quarter" idx="11"/>
          </p:nvPr>
        </p:nvSpPr>
        <p:spPr/>
        <p:txBody>
          <a:bodyPr/>
          <a:lstStyle>
            <a:lvl1pPr>
              <a:defRPr>
                <a:latin typeface="Meiryo UI" panose="020B0604030504040204" pitchFamily="50" charset="-128"/>
                <a:ea typeface="Meiryo UI" panose="020B0604030504040204" pitchFamily="50" charset="-128"/>
                <a:cs typeface="Meiryo UI" panose="020B0604030504040204" pitchFamily="50" charset="-128"/>
              </a:defRPr>
            </a:lvl1pPr>
          </a:lstStyle>
          <a:p>
            <a:endParaRPr lang="ja-JP" altLang="en-US" dirty="0"/>
          </a:p>
        </p:txBody>
      </p:sp>
      <p:sp>
        <p:nvSpPr>
          <p:cNvPr id="6" name="スライド番号プレースホルダー 5"/>
          <p:cNvSpPr>
            <a:spLocks noGrp="1"/>
          </p:cNvSpPr>
          <p:nvPr>
            <p:ph type="sldNum" sz="quarter" idx="12"/>
          </p:nvPr>
        </p:nvSpPr>
        <p:spPr/>
        <p:txBody>
          <a:bodyPr/>
          <a:lstStyle>
            <a:lvl1pPr>
              <a:defRPr>
                <a:latin typeface="Meiryo UI" panose="020B0604030504040204" pitchFamily="50" charset="-128"/>
                <a:ea typeface="Meiryo UI" panose="020B0604030504040204" pitchFamily="50" charset="-128"/>
                <a:cs typeface="Meiryo UI" panose="020B0604030504040204" pitchFamily="50" charset="-128"/>
              </a:defRPr>
            </a:lvl1pPr>
          </a:lstStyle>
          <a:p>
            <a:fld id="{AAEAE4A8-A6E5-453E-B946-FB774B73F48C}" type="slidenum">
              <a:rPr lang="en-US" altLang="ja-JP" smtClean="0"/>
              <a:pPr/>
              <a:t>‹#›</a:t>
            </a:fld>
            <a:endParaRPr lang="en-US" altLang="ja-JP"/>
          </a:p>
        </p:txBody>
      </p:sp>
    </p:spTree>
    <p:extLst>
      <p:ext uri="{BB962C8B-B14F-4D97-AF65-F5344CB8AC3E}">
        <p14:creationId xmlns:p14="http://schemas.microsoft.com/office/powerpoint/2010/main" val="2429153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p:cNvSpPr>
            <a:spLocks noGrp="1"/>
          </p:cNvSpPr>
          <p:nvPr>
            <p:ph type="title"/>
          </p:nvPr>
        </p:nvSpPr>
        <p:spPr>
          <a:xfrm>
            <a:off x="1065214" y="533400"/>
            <a:ext cx="8686800" cy="2286000"/>
          </a:xfrm>
        </p:spPr>
        <p:txBody>
          <a:bodyPr anchor="b">
            <a:normAutofit/>
          </a:bodyPr>
          <a:lstStyle>
            <a:lvl1pPr algn="l" latinLnBrk="0">
              <a:defRPr kumimoji="1" lang="ja-JP" sz="5400" b="1" cap="none" baseline="0"/>
            </a:lvl1pPr>
          </a:lstStyle>
          <a:p>
            <a:r>
              <a:rPr kumimoji="1" lang="ja-JP" dirty="0"/>
              <a:t>マスター タイトルのスタイルを編集するには、ここをクリック</a:t>
            </a:r>
          </a:p>
        </p:txBody>
      </p:sp>
      <p:sp>
        <p:nvSpPr>
          <p:cNvPr id="3" name="テキスト プレースホルダー 2"/>
          <p:cNvSpPr>
            <a:spLocks noGrp="1"/>
          </p:cNvSpPr>
          <p:nvPr>
            <p:ph type="body" idx="1"/>
          </p:nvPr>
        </p:nvSpPr>
        <p:spPr>
          <a:xfrm>
            <a:off x="1065214" y="3124200"/>
            <a:ext cx="8686800" cy="1371600"/>
          </a:xfrm>
        </p:spPr>
        <p:txBody>
          <a:bodyPr anchor="t">
            <a:normAutofit/>
          </a:bodyPr>
          <a:lstStyle>
            <a:lvl1pPr marL="0" indent="0" latinLnBrk="0">
              <a:spcBef>
                <a:spcPts val="600"/>
              </a:spcBef>
              <a:buNone/>
              <a:defRPr kumimoji="1" lang="ja-JP" sz="2400">
                <a:solidFill>
                  <a:schemeClr val="tx1">
                    <a:lumMod val="65000"/>
                    <a:lumOff val="35000"/>
                  </a:schemeClr>
                </a:solidFill>
              </a:defRPr>
            </a:lvl1pPr>
            <a:lvl2pPr marL="457200" indent="0" latinLnBrk="0">
              <a:buNone/>
              <a:defRPr kumimoji="1" lang="ja-JP" sz="1800">
                <a:solidFill>
                  <a:schemeClr val="tx1">
                    <a:tint val="75000"/>
                  </a:schemeClr>
                </a:solidFill>
              </a:defRPr>
            </a:lvl2pPr>
            <a:lvl3pPr marL="914400" indent="0" latinLnBrk="0">
              <a:buNone/>
              <a:defRPr kumimoji="1" lang="ja-JP" sz="1600">
                <a:solidFill>
                  <a:schemeClr val="tx1">
                    <a:tint val="75000"/>
                  </a:schemeClr>
                </a:solidFill>
              </a:defRPr>
            </a:lvl3pPr>
            <a:lvl4pPr marL="1371600" indent="0" latinLnBrk="0">
              <a:buNone/>
              <a:defRPr kumimoji="1" lang="ja-JP" sz="1400">
                <a:solidFill>
                  <a:schemeClr val="tx1">
                    <a:tint val="75000"/>
                  </a:schemeClr>
                </a:solidFill>
              </a:defRPr>
            </a:lvl4pPr>
            <a:lvl5pPr marL="1828800" indent="0" latinLnBrk="0">
              <a:buNone/>
              <a:defRPr kumimoji="1" lang="ja-JP" sz="1400">
                <a:solidFill>
                  <a:schemeClr val="tx1">
                    <a:tint val="75000"/>
                  </a:schemeClr>
                </a:solidFill>
              </a:defRPr>
            </a:lvl5pPr>
            <a:lvl6pPr marL="2286000" indent="0" latinLnBrk="0">
              <a:buNone/>
              <a:defRPr kumimoji="1" lang="ja-JP" sz="1400">
                <a:solidFill>
                  <a:schemeClr val="tx1">
                    <a:tint val="75000"/>
                  </a:schemeClr>
                </a:solidFill>
              </a:defRPr>
            </a:lvl6pPr>
            <a:lvl7pPr marL="2743200" indent="0" latinLnBrk="0">
              <a:buNone/>
              <a:defRPr kumimoji="1" lang="ja-JP" sz="1400">
                <a:solidFill>
                  <a:schemeClr val="tx1">
                    <a:tint val="75000"/>
                  </a:schemeClr>
                </a:solidFill>
              </a:defRPr>
            </a:lvl7pPr>
            <a:lvl8pPr marL="3200400" indent="0" latinLnBrk="0">
              <a:buNone/>
              <a:defRPr kumimoji="1" lang="ja-JP" sz="1400">
                <a:solidFill>
                  <a:schemeClr val="tx1">
                    <a:tint val="75000"/>
                  </a:schemeClr>
                </a:solidFill>
              </a:defRPr>
            </a:lvl8pPr>
            <a:lvl9pPr marL="3657600" indent="0" latinLnBrk="0">
              <a:buNone/>
              <a:defRPr kumimoji="1" lang="ja-JP" sz="1400">
                <a:solidFill>
                  <a:schemeClr val="tx1">
                    <a:tint val="75000"/>
                  </a:schemeClr>
                </a:solidFill>
              </a:defRPr>
            </a:lvl9pPr>
          </a:lstStyle>
          <a:p>
            <a:pPr lvl="0"/>
            <a:r>
              <a:rPr kumimoji="1" lang="ja-JP" dirty="0"/>
              <a:t>マスター テキストのスタイルを編集するには、ここをクリック</a:t>
            </a:r>
          </a:p>
        </p:txBody>
      </p:sp>
      <p:sp>
        <p:nvSpPr>
          <p:cNvPr id="4" name="日付プレースホルダー 3"/>
          <p:cNvSpPr>
            <a:spLocks noGrp="1"/>
          </p:cNvSpPr>
          <p:nvPr>
            <p:ph type="dt" sz="half" idx="10"/>
          </p:nvPr>
        </p:nvSpPr>
        <p:spPr/>
        <p:txBody>
          <a:bodyPr/>
          <a:lstStyle/>
          <a:p>
            <a:fld id="{3E0FA9E5-6744-4841-888F-9E7CC0C2B7EC}" type="datetimeFigureOut">
              <a:t>2025/9/1</a:t>
            </a:fld>
            <a:endParaRPr kumimoji="1" lang="ja-JP" dirty="0"/>
          </a:p>
        </p:txBody>
      </p:sp>
      <p:sp>
        <p:nvSpPr>
          <p:cNvPr id="5" name="フッター プレースホルダー 4"/>
          <p:cNvSpPr>
            <a:spLocks noGrp="1"/>
          </p:cNvSpPr>
          <p:nvPr>
            <p:ph type="ftr" sz="quarter" idx="11"/>
          </p:nvPr>
        </p:nvSpPr>
        <p:spPr/>
        <p:txBody>
          <a:bodyPr/>
          <a:lstStyle/>
          <a:p>
            <a:endParaRPr kumimoji="1" lang="ja-JP" dirty="0"/>
          </a:p>
        </p:txBody>
      </p:sp>
      <p:sp>
        <p:nvSpPr>
          <p:cNvPr id="6" name="スライド番号プレースホルダー 5"/>
          <p:cNvSpPr>
            <a:spLocks noGrp="1"/>
          </p:cNvSpPr>
          <p:nvPr>
            <p:ph type="sldNum" sz="quarter" idx="12"/>
          </p:nvPr>
        </p:nvSpPr>
        <p:spPr/>
        <p:txBody>
          <a:bodyPr/>
          <a:lstStyle/>
          <a:p>
            <a:fld id="{AAEAE4A8-A6E5-453E-B946-FB774B73F48C}" type="slidenum">
              <a:t>‹#›</a:t>
            </a:fld>
            <a:endParaRPr kumimoji="1" lang="ja-JP"/>
          </a:p>
        </p:txBody>
      </p:sp>
    </p:spTree>
    <p:extLst>
      <p:ext uri="{BB962C8B-B14F-4D97-AF65-F5344CB8AC3E}">
        <p14:creationId xmlns:p14="http://schemas.microsoft.com/office/powerpoint/2010/main" val="3701331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dirty="0"/>
              <a:t>マスター タイトルのスタイルを編集するには、ここをクリック</a:t>
            </a:r>
          </a:p>
        </p:txBody>
      </p:sp>
      <p:sp>
        <p:nvSpPr>
          <p:cNvPr id="3" name="コンテンツ プレースホルダー 2"/>
          <p:cNvSpPr>
            <a:spLocks noGrp="1"/>
          </p:cNvSpPr>
          <p:nvPr>
            <p:ph sz="half" idx="1"/>
          </p:nvPr>
        </p:nvSpPr>
        <p:spPr>
          <a:xfrm>
            <a:off x="1065212" y="1828800"/>
            <a:ext cx="4251960" cy="4191000"/>
          </a:xfrm>
        </p:spPr>
        <p:txBody>
          <a:bodyPr>
            <a:normAutofit/>
          </a:bodyPr>
          <a:lstStyle>
            <a:lvl1pPr latinLnBrk="0">
              <a:defRPr kumimoji="1" lang="ja-JP" sz="2000"/>
            </a:lvl1pPr>
            <a:lvl2pPr latinLnBrk="0">
              <a:defRPr kumimoji="1" lang="ja-JP" sz="1800"/>
            </a:lvl2pPr>
            <a:lvl3pPr latinLnBrk="0">
              <a:defRPr kumimoji="1" lang="ja-JP" sz="1600"/>
            </a:lvl3pPr>
            <a:lvl4pPr latinLnBrk="0">
              <a:defRPr kumimoji="1" lang="ja-JP" sz="1400"/>
            </a:lvl4pPr>
            <a:lvl5pPr latinLnBrk="0">
              <a:defRPr kumimoji="1" lang="ja-JP" sz="1400"/>
            </a:lvl5pPr>
            <a:lvl6pPr latinLnBrk="0">
              <a:defRPr kumimoji="1" lang="ja-JP" sz="1400"/>
            </a:lvl6pPr>
            <a:lvl7pPr latinLnBrk="0">
              <a:defRPr kumimoji="1" lang="ja-JP" sz="1400"/>
            </a:lvl7pPr>
            <a:lvl8pPr latinLnBrk="0">
              <a:defRPr kumimoji="1" lang="ja-JP" sz="1400"/>
            </a:lvl8pPr>
            <a:lvl9pPr latinLnBrk="0">
              <a:defRPr kumimoji="1" lang="ja-JP" sz="1400"/>
            </a:lvl9pPr>
          </a:lstStyle>
          <a:p>
            <a:pPr lvl="0"/>
            <a:r>
              <a:rPr kumimoji="1" lang="ja-JP" dirty="0"/>
              <a:t>マスター テキストのスタイルを編集するには、ここをクリック</a:t>
            </a:r>
          </a:p>
          <a:p>
            <a:pPr lvl="1"/>
            <a:r>
              <a:rPr kumimoji="1" lang="ja-JP" dirty="0"/>
              <a:t>第 2 レベル</a:t>
            </a:r>
          </a:p>
          <a:p>
            <a:pPr lvl="2"/>
            <a:r>
              <a:rPr kumimoji="1" lang="ja-JP" dirty="0"/>
              <a:t>第 3 レベル</a:t>
            </a:r>
          </a:p>
          <a:p>
            <a:pPr lvl="3"/>
            <a:r>
              <a:rPr kumimoji="1" lang="ja-JP" dirty="0"/>
              <a:t>第 4 レベル</a:t>
            </a:r>
          </a:p>
          <a:p>
            <a:pPr lvl="4"/>
            <a:r>
              <a:rPr kumimoji="1" lang="ja-JP" dirty="0"/>
              <a:t>第 5 レベル</a:t>
            </a:r>
          </a:p>
        </p:txBody>
      </p:sp>
      <p:sp>
        <p:nvSpPr>
          <p:cNvPr id="4" name="コンテンツ プレースホルダー 3"/>
          <p:cNvSpPr>
            <a:spLocks noGrp="1"/>
          </p:cNvSpPr>
          <p:nvPr>
            <p:ph sz="half" idx="2"/>
          </p:nvPr>
        </p:nvSpPr>
        <p:spPr>
          <a:xfrm>
            <a:off x="5464598" y="1828800"/>
            <a:ext cx="4251960" cy="4191000"/>
          </a:xfrm>
        </p:spPr>
        <p:txBody>
          <a:bodyPr>
            <a:normAutofit/>
          </a:bodyPr>
          <a:lstStyle>
            <a:lvl1pPr latinLnBrk="0">
              <a:defRPr kumimoji="1" lang="ja-JP" sz="2000"/>
            </a:lvl1pPr>
            <a:lvl2pPr latinLnBrk="0">
              <a:defRPr kumimoji="1" lang="ja-JP" sz="1800"/>
            </a:lvl2pPr>
            <a:lvl3pPr latinLnBrk="0">
              <a:defRPr kumimoji="1" lang="ja-JP" sz="1600"/>
            </a:lvl3pPr>
            <a:lvl4pPr latinLnBrk="0">
              <a:defRPr kumimoji="1" lang="ja-JP" sz="1400"/>
            </a:lvl4pPr>
            <a:lvl5pPr latinLnBrk="0">
              <a:defRPr kumimoji="1" lang="ja-JP" sz="1400"/>
            </a:lvl5pPr>
            <a:lvl6pPr latinLnBrk="0">
              <a:defRPr kumimoji="1" lang="ja-JP" sz="1400"/>
            </a:lvl6pPr>
            <a:lvl7pPr latinLnBrk="0">
              <a:defRPr kumimoji="1" lang="ja-JP" sz="1400"/>
            </a:lvl7pPr>
            <a:lvl8pPr latinLnBrk="0">
              <a:defRPr kumimoji="1" lang="ja-JP" sz="1400"/>
            </a:lvl8pPr>
            <a:lvl9pPr latinLnBrk="0">
              <a:defRPr kumimoji="1" lang="ja-JP" sz="1400"/>
            </a:lvl9pPr>
          </a:lstStyle>
          <a:p>
            <a:pPr lvl="0"/>
            <a:r>
              <a:rPr kumimoji="1" lang="ja-JP" dirty="0"/>
              <a:t>マスター テキストのスタイルを編集するには、ここをクリック</a:t>
            </a:r>
          </a:p>
          <a:p>
            <a:pPr lvl="1"/>
            <a:r>
              <a:rPr kumimoji="1" lang="ja-JP" dirty="0"/>
              <a:t>第 2 レベル</a:t>
            </a:r>
          </a:p>
          <a:p>
            <a:pPr lvl="2"/>
            <a:r>
              <a:rPr kumimoji="1" lang="ja-JP" dirty="0"/>
              <a:t>第 3 レベル</a:t>
            </a:r>
          </a:p>
          <a:p>
            <a:pPr lvl="3"/>
            <a:r>
              <a:rPr kumimoji="1" lang="ja-JP" dirty="0"/>
              <a:t>第 4 レベル</a:t>
            </a:r>
          </a:p>
          <a:p>
            <a:pPr lvl="4"/>
            <a:r>
              <a:rPr kumimoji="1" lang="ja-JP" dirty="0"/>
              <a:t>第 5 レベル</a:t>
            </a:r>
          </a:p>
        </p:txBody>
      </p:sp>
      <p:sp>
        <p:nvSpPr>
          <p:cNvPr id="5" name="日付プレースホルダー 4"/>
          <p:cNvSpPr>
            <a:spLocks noGrp="1"/>
          </p:cNvSpPr>
          <p:nvPr>
            <p:ph type="dt" sz="half" idx="10"/>
          </p:nvPr>
        </p:nvSpPr>
        <p:spPr/>
        <p:txBody>
          <a:bodyPr/>
          <a:lstStyle/>
          <a:p>
            <a:fld id="{3E0FA9E5-6744-4841-888F-9E7CC0C2B7EC}" type="datetimeFigureOut">
              <a:t>2025/9/1</a:t>
            </a:fld>
            <a:endParaRPr kumimoji="1" lang="ja-JP"/>
          </a:p>
        </p:txBody>
      </p:sp>
      <p:sp>
        <p:nvSpPr>
          <p:cNvPr id="6" name="フッター プレースホルダー 5"/>
          <p:cNvSpPr>
            <a:spLocks noGrp="1"/>
          </p:cNvSpPr>
          <p:nvPr>
            <p:ph type="ftr" sz="quarter" idx="11"/>
          </p:nvPr>
        </p:nvSpPr>
        <p:spPr/>
        <p:txBody>
          <a:bodyPr/>
          <a:lstStyle/>
          <a:p>
            <a:endParaRPr kumimoji="1" lang="ja-JP"/>
          </a:p>
        </p:txBody>
      </p:sp>
      <p:sp>
        <p:nvSpPr>
          <p:cNvPr id="7" name="スライド番号プレースホルダー 6"/>
          <p:cNvSpPr>
            <a:spLocks noGrp="1"/>
          </p:cNvSpPr>
          <p:nvPr>
            <p:ph type="sldNum" sz="quarter" idx="12"/>
          </p:nvPr>
        </p:nvSpPr>
        <p:spPr/>
        <p:txBody>
          <a:bodyPr/>
          <a:lstStyle/>
          <a:p>
            <a:fld id="{AAEAE4A8-A6E5-453E-B946-FB774B73F48C}" type="slidenum">
              <a:t>‹#›</a:t>
            </a:fld>
            <a:endParaRPr kumimoji="1" lang="ja-JP"/>
          </a:p>
        </p:txBody>
      </p:sp>
    </p:spTree>
    <p:extLst>
      <p:ext uri="{BB962C8B-B14F-4D97-AF65-F5344CB8AC3E}">
        <p14:creationId xmlns:p14="http://schemas.microsoft.com/office/powerpoint/2010/main" val="3413709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latinLnBrk="0">
              <a:defRPr kumimoji="1" lang="ja-JP"/>
            </a:lvl1pPr>
          </a:lstStyle>
          <a:p>
            <a:r>
              <a:rPr kumimoji="1" lang="ja-JP" dirty="0"/>
              <a:t>マスター タイトルのスタイルを編集するには、ここをクリック</a:t>
            </a:r>
          </a:p>
        </p:txBody>
      </p:sp>
      <p:sp>
        <p:nvSpPr>
          <p:cNvPr id="3" name="テキスト プレースホルダー 2"/>
          <p:cNvSpPr>
            <a:spLocks noGrp="1"/>
          </p:cNvSpPr>
          <p:nvPr>
            <p:ph type="body" idx="1"/>
          </p:nvPr>
        </p:nvSpPr>
        <p:spPr>
          <a:xfrm>
            <a:off x="1065213" y="1828799"/>
            <a:ext cx="4251960" cy="685801"/>
          </a:xfrm>
        </p:spPr>
        <p:txBody>
          <a:bodyPr anchor="ctr">
            <a:normAutofit/>
          </a:bodyPr>
          <a:lstStyle>
            <a:lvl1pPr marL="0" indent="0" latinLnBrk="0">
              <a:spcBef>
                <a:spcPts val="0"/>
              </a:spcBef>
              <a:buNone/>
              <a:defRPr kumimoji="1" lang="ja-JP" sz="2000" b="0"/>
            </a:lvl1pPr>
            <a:lvl2pPr marL="457200" indent="0" latinLnBrk="0">
              <a:buNone/>
              <a:defRPr kumimoji="1" lang="ja-JP" sz="2000" b="1"/>
            </a:lvl2pPr>
            <a:lvl3pPr marL="914400" indent="0" latinLnBrk="0">
              <a:buNone/>
              <a:defRPr kumimoji="1" lang="ja-JP" sz="1800" b="1"/>
            </a:lvl3pPr>
            <a:lvl4pPr marL="1371600" indent="0" latinLnBrk="0">
              <a:buNone/>
              <a:defRPr kumimoji="1" lang="ja-JP" sz="1600" b="1"/>
            </a:lvl4pPr>
            <a:lvl5pPr marL="1828800" indent="0" latinLnBrk="0">
              <a:buNone/>
              <a:defRPr kumimoji="1" lang="ja-JP" sz="1600" b="1"/>
            </a:lvl5pPr>
            <a:lvl6pPr marL="2286000" indent="0" latinLnBrk="0">
              <a:buNone/>
              <a:defRPr kumimoji="1" lang="ja-JP" sz="1600" b="1"/>
            </a:lvl6pPr>
            <a:lvl7pPr marL="2743200" indent="0" latinLnBrk="0">
              <a:buNone/>
              <a:defRPr kumimoji="1" lang="ja-JP" sz="1600" b="1"/>
            </a:lvl7pPr>
            <a:lvl8pPr marL="3200400" indent="0" latinLnBrk="0">
              <a:buNone/>
              <a:defRPr kumimoji="1" lang="ja-JP" sz="1600" b="1"/>
            </a:lvl8pPr>
            <a:lvl9pPr marL="3657600" indent="0" latinLnBrk="0">
              <a:buNone/>
              <a:defRPr kumimoji="1" lang="ja-JP" sz="1600" b="1"/>
            </a:lvl9pPr>
          </a:lstStyle>
          <a:p>
            <a:pPr lvl="0"/>
            <a:r>
              <a:rPr kumimoji="1" lang="ja-JP" dirty="0"/>
              <a:t>マスター テキストのスタイルを編集するには、ここをクリック</a:t>
            </a:r>
          </a:p>
        </p:txBody>
      </p:sp>
      <p:sp>
        <p:nvSpPr>
          <p:cNvPr id="4" name="コンテンツ プレースホルダー 3"/>
          <p:cNvSpPr>
            <a:spLocks noGrp="1"/>
          </p:cNvSpPr>
          <p:nvPr>
            <p:ph sz="half" idx="2"/>
          </p:nvPr>
        </p:nvSpPr>
        <p:spPr>
          <a:xfrm>
            <a:off x="1065213" y="2590800"/>
            <a:ext cx="4251960" cy="3429000"/>
          </a:xfrm>
        </p:spPr>
        <p:txBody>
          <a:bodyPr>
            <a:normAutofit/>
          </a:bodyPr>
          <a:lstStyle>
            <a:lvl1pPr latinLnBrk="0">
              <a:defRPr kumimoji="1" lang="ja-JP" sz="2000"/>
            </a:lvl1pPr>
            <a:lvl2pPr latinLnBrk="0">
              <a:defRPr kumimoji="1" lang="ja-JP" sz="1800"/>
            </a:lvl2pPr>
            <a:lvl3pPr latinLnBrk="0">
              <a:defRPr kumimoji="1" lang="ja-JP" sz="1600"/>
            </a:lvl3pPr>
            <a:lvl4pPr latinLnBrk="0">
              <a:defRPr kumimoji="1" lang="ja-JP" sz="1400"/>
            </a:lvl4pPr>
            <a:lvl5pPr latinLnBrk="0">
              <a:defRPr kumimoji="1" lang="ja-JP" sz="1400"/>
            </a:lvl5pPr>
            <a:lvl6pPr latinLnBrk="0">
              <a:defRPr kumimoji="1" lang="ja-JP" sz="1400"/>
            </a:lvl6pPr>
            <a:lvl7pPr latinLnBrk="0">
              <a:defRPr kumimoji="1" lang="ja-JP" sz="1400"/>
            </a:lvl7pPr>
            <a:lvl8pPr latinLnBrk="0">
              <a:defRPr kumimoji="1" lang="ja-JP" sz="1400"/>
            </a:lvl8pPr>
            <a:lvl9pPr latinLnBrk="0">
              <a:defRPr kumimoji="1" lang="ja-JP" sz="1400"/>
            </a:lvl9pPr>
          </a:lstStyle>
          <a:p>
            <a:pPr lvl="0"/>
            <a:r>
              <a:rPr kumimoji="1" lang="ja-JP" dirty="0"/>
              <a:t>マスター テキストのスタイルを編集するには、ここをクリック</a:t>
            </a:r>
          </a:p>
          <a:p>
            <a:pPr lvl="1"/>
            <a:r>
              <a:rPr kumimoji="1" lang="ja-JP" dirty="0"/>
              <a:t>第 2 レベル</a:t>
            </a:r>
          </a:p>
          <a:p>
            <a:pPr lvl="2"/>
            <a:r>
              <a:rPr kumimoji="1" lang="ja-JP" dirty="0"/>
              <a:t>第 3 レベル</a:t>
            </a:r>
          </a:p>
          <a:p>
            <a:pPr lvl="3"/>
            <a:r>
              <a:rPr kumimoji="1" lang="ja-JP" dirty="0"/>
              <a:t>第 4 レベル</a:t>
            </a:r>
          </a:p>
          <a:p>
            <a:pPr lvl="4"/>
            <a:r>
              <a:rPr kumimoji="1" lang="ja-JP" dirty="0"/>
              <a:t>第 5 レベル</a:t>
            </a:r>
          </a:p>
        </p:txBody>
      </p:sp>
      <p:sp>
        <p:nvSpPr>
          <p:cNvPr id="5" name="テキスト プレースホルダー 4"/>
          <p:cNvSpPr>
            <a:spLocks noGrp="1"/>
          </p:cNvSpPr>
          <p:nvPr>
            <p:ph type="body" sz="quarter" idx="3"/>
          </p:nvPr>
        </p:nvSpPr>
        <p:spPr>
          <a:xfrm>
            <a:off x="5500053" y="1828799"/>
            <a:ext cx="4251960" cy="685801"/>
          </a:xfrm>
        </p:spPr>
        <p:txBody>
          <a:bodyPr anchor="ctr">
            <a:normAutofit/>
          </a:bodyPr>
          <a:lstStyle>
            <a:lvl1pPr marL="0" indent="0" latinLnBrk="0">
              <a:spcBef>
                <a:spcPts val="0"/>
              </a:spcBef>
              <a:buNone/>
              <a:defRPr kumimoji="1" lang="ja-JP" sz="2000" b="0"/>
            </a:lvl1pPr>
            <a:lvl2pPr marL="457200" indent="0" latinLnBrk="0">
              <a:buNone/>
              <a:defRPr kumimoji="1" lang="ja-JP" sz="2000" b="1"/>
            </a:lvl2pPr>
            <a:lvl3pPr marL="914400" indent="0" latinLnBrk="0">
              <a:buNone/>
              <a:defRPr kumimoji="1" lang="ja-JP" sz="1800" b="1"/>
            </a:lvl3pPr>
            <a:lvl4pPr marL="1371600" indent="0" latinLnBrk="0">
              <a:buNone/>
              <a:defRPr kumimoji="1" lang="ja-JP" sz="1600" b="1"/>
            </a:lvl4pPr>
            <a:lvl5pPr marL="1828800" indent="0" latinLnBrk="0">
              <a:buNone/>
              <a:defRPr kumimoji="1" lang="ja-JP" sz="1600" b="1"/>
            </a:lvl5pPr>
            <a:lvl6pPr marL="2286000" indent="0" latinLnBrk="0">
              <a:buNone/>
              <a:defRPr kumimoji="1" lang="ja-JP" sz="1600" b="1"/>
            </a:lvl6pPr>
            <a:lvl7pPr marL="2743200" indent="0" latinLnBrk="0">
              <a:buNone/>
              <a:defRPr kumimoji="1" lang="ja-JP" sz="1600" b="1"/>
            </a:lvl7pPr>
            <a:lvl8pPr marL="3200400" indent="0" latinLnBrk="0">
              <a:buNone/>
              <a:defRPr kumimoji="1" lang="ja-JP" sz="1600" b="1"/>
            </a:lvl8pPr>
            <a:lvl9pPr marL="3657600" indent="0" latinLnBrk="0">
              <a:buNone/>
              <a:defRPr kumimoji="1" lang="ja-JP" sz="1600" b="1"/>
            </a:lvl9pPr>
          </a:lstStyle>
          <a:p>
            <a:pPr lvl="0"/>
            <a:r>
              <a:rPr kumimoji="1" lang="ja-JP" dirty="0"/>
              <a:t>マスター テキストのスタイルを編集するには、ここをクリック</a:t>
            </a:r>
          </a:p>
        </p:txBody>
      </p:sp>
      <p:sp>
        <p:nvSpPr>
          <p:cNvPr id="6" name="コンテンツ プレースホルダー 5"/>
          <p:cNvSpPr>
            <a:spLocks noGrp="1"/>
          </p:cNvSpPr>
          <p:nvPr>
            <p:ph sz="quarter" idx="4"/>
          </p:nvPr>
        </p:nvSpPr>
        <p:spPr>
          <a:xfrm>
            <a:off x="5500053" y="2590800"/>
            <a:ext cx="4251960" cy="3429000"/>
          </a:xfrm>
        </p:spPr>
        <p:txBody>
          <a:bodyPr>
            <a:normAutofit/>
          </a:bodyPr>
          <a:lstStyle>
            <a:lvl1pPr latinLnBrk="0">
              <a:defRPr kumimoji="1" lang="ja-JP" sz="2000"/>
            </a:lvl1pPr>
            <a:lvl2pPr latinLnBrk="0">
              <a:defRPr kumimoji="1" lang="ja-JP" sz="1800"/>
            </a:lvl2pPr>
            <a:lvl3pPr latinLnBrk="0">
              <a:defRPr kumimoji="1" lang="ja-JP" sz="1600"/>
            </a:lvl3pPr>
            <a:lvl4pPr latinLnBrk="0">
              <a:defRPr kumimoji="1" lang="ja-JP" sz="1400"/>
            </a:lvl4pPr>
            <a:lvl5pPr latinLnBrk="0">
              <a:defRPr kumimoji="1" lang="ja-JP" sz="1400"/>
            </a:lvl5pPr>
            <a:lvl6pPr latinLnBrk="0">
              <a:defRPr kumimoji="1" lang="ja-JP" sz="1400"/>
            </a:lvl6pPr>
            <a:lvl7pPr latinLnBrk="0">
              <a:defRPr kumimoji="1" lang="ja-JP" sz="1400"/>
            </a:lvl7pPr>
            <a:lvl8pPr latinLnBrk="0">
              <a:defRPr kumimoji="1" lang="ja-JP" sz="1400"/>
            </a:lvl8pPr>
            <a:lvl9pPr latinLnBrk="0">
              <a:defRPr kumimoji="1" lang="ja-JP" sz="1400"/>
            </a:lvl9pPr>
          </a:lstStyle>
          <a:p>
            <a:pPr lvl="0"/>
            <a:r>
              <a:rPr kumimoji="1" lang="ja-JP" dirty="0"/>
              <a:t>マスター テキストのスタイルを編集するには、ここをクリック</a:t>
            </a:r>
          </a:p>
          <a:p>
            <a:pPr lvl="1"/>
            <a:r>
              <a:rPr kumimoji="1" lang="ja-JP" dirty="0"/>
              <a:t>第 2 レベル</a:t>
            </a:r>
          </a:p>
          <a:p>
            <a:pPr lvl="2"/>
            <a:r>
              <a:rPr kumimoji="1" lang="ja-JP" dirty="0"/>
              <a:t>第 3 レベル</a:t>
            </a:r>
          </a:p>
          <a:p>
            <a:pPr lvl="3"/>
            <a:r>
              <a:rPr kumimoji="1" lang="ja-JP" dirty="0"/>
              <a:t>第 4 レベル</a:t>
            </a:r>
          </a:p>
          <a:p>
            <a:pPr lvl="4"/>
            <a:r>
              <a:rPr kumimoji="1" lang="ja-JP" dirty="0"/>
              <a:t>第 5 レベル</a:t>
            </a:r>
          </a:p>
        </p:txBody>
      </p:sp>
      <p:sp>
        <p:nvSpPr>
          <p:cNvPr id="7" name="日付プレースホルダー 6"/>
          <p:cNvSpPr>
            <a:spLocks noGrp="1"/>
          </p:cNvSpPr>
          <p:nvPr>
            <p:ph type="dt" sz="half" idx="10"/>
          </p:nvPr>
        </p:nvSpPr>
        <p:spPr/>
        <p:txBody>
          <a:bodyPr/>
          <a:lstStyle/>
          <a:p>
            <a:fld id="{3E0FA9E5-6744-4841-888F-9E7CC0C2B7EC}" type="datetimeFigureOut">
              <a:t>2025/9/1</a:t>
            </a:fld>
            <a:endParaRPr kumimoji="1" lang="ja-JP"/>
          </a:p>
        </p:txBody>
      </p:sp>
      <p:sp>
        <p:nvSpPr>
          <p:cNvPr id="8" name="フッター プレースホルダー 7"/>
          <p:cNvSpPr>
            <a:spLocks noGrp="1"/>
          </p:cNvSpPr>
          <p:nvPr>
            <p:ph type="ftr" sz="quarter" idx="11"/>
          </p:nvPr>
        </p:nvSpPr>
        <p:spPr/>
        <p:txBody>
          <a:bodyPr/>
          <a:lstStyle/>
          <a:p>
            <a:endParaRPr kumimoji="1" lang="ja-JP"/>
          </a:p>
        </p:txBody>
      </p:sp>
      <p:sp>
        <p:nvSpPr>
          <p:cNvPr id="9" name="スライド番号プレースホルダー 8"/>
          <p:cNvSpPr>
            <a:spLocks noGrp="1"/>
          </p:cNvSpPr>
          <p:nvPr>
            <p:ph type="sldNum" sz="quarter" idx="12"/>
          </p:nvPr>
        </p:nvSpPr>
        <p:spPr/>
        <p:txBody>
          <a:bodyPr/>
          <a:lstStyle/>
          <a:p>
            <a:fld id="{AAEAE4A8-A6E5-453E-B946-FB774B73F48C}" type="slidenum">
              <a:t>‹#›</a:t>
            </a:fld>
            <a:endParaRPr kumimoji="1" lang="ja-JP"/>
          </a:p>
        </p:txBody>
      </p:sp>
    </p:spTree>
    <p:extLst>
      <p:ext uri="{BB962C8B-B14F-4D97-AF65-F5344CB8AC3E}">
        <p14:creationId xmlns:p14="http://schemas.microsoft.com/office/powerpoint/2010/main" val="2000784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dirty="0"/>
              <a:t>マスター タイトルのスタイルを編集するには、ここをクリック</a:t>
            </a:r>
          </a:p>
        </p:txBody>
      </p:sp>
      <p:sp>
        <p:nvSpPr>
          <p:cNvPr id="3" name="日付プレースホルダー 2"/>
          <p:cNvSpPr>
            <a:spLocks noGrp="1"/>
          </p:cNvSpPr>
          <p:nvPr>
            <p:ph type="dt" sz="half" idx="10"/>
          </p:nvPr>
        </p:nvSpPr>
        <p:spPr/>
        <p:txBody>
          <a:bodyPr/>
          <a:lstStyle/>
          <a:p>
            <a:fld id="{3E0FA9E5-6744-4841-888F-9E7CC0C2B7EC}" type="datetimeFigureOut">
              <a:t>2025/9/1</a:t>
            </a:fld>
            <a:endParaRPr kumimoji="1" lang="ja-JP"/>
          </a:p>
        </p:txBody>
      </p:sp>
      <p:sp>
        <p:nvSpPr>
          <p:cNvPr id="4" name="フッター プレースホルダー 3"/>
          <p:cNvSpPr>
            <a:spLocks noGrp="1"/>
          </p:cNvSpPr>
          <p:nvPr>
            <p:ph type="ftr" sz="quarter" idx="11"/>
          </p:nvPr>
        </p:nvSpPr>
        <p:spPr/>
        <p:txBody>
          <a:bodyPr/>
          <a:lstStyle/>
          <a:p>
            <a:endParaRPr kumimoji="1" lang="ja-JP"/>
          </a:p>
        </p:txBody>
      </p:sp>
      <p:sp>
        <p:nvSpPr>
          <p:cNvPr id="5" name="スライド番号プレースホルダー 4"/>
          <p:cNvSpPr>
            <a:spLocks noGrp="1"/>
          </p:cNvSpPr>
          <p:nvPr>
            <p:ph type="sldNum" sz="quarter" idx="12"/>
          </p:nvPr>
        </p:nvSpPr>
        <p:spPr/>
        <p:txBody>
          <a:bodyPr/>
          <a:lstStyle/>
          <a:p>
            <a:fld id="{AAEAE4A8-A6E5-453E-B946-FB774B73F48C}" type="slidenum">
              <a:t>‹#›</a:t>
            </a:fld>
            <a:endParaRPr kumimoji="1" lang="ja-JP"/>
          </a:p>
        </p:txBody>
      </p:sp>
    </p:spTree>
    <p:extLst>
      <p:ext uri="{BB962C8B-B14F-4D97-AF65-F5344CB8AC3E}">
        <p14:creationId xmlns:p14="http://schemas.microsoft.com/office/powerpoint/2010/main" val="907158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3E0FA9E5-6744-4841-888F-9E7CC0C2B7EC}" type="datetimeFigureOut">
              <a:t>2025/9/1</a:t>
            </a:fld>
            <a:endParaRPr kumimoji="1" lang="ja-JP"/>
          </a:p>
        </p:txBody>
      </p:sp>
      <p:sp>
        <p:nvSpPr>
          <p:cNvPr id="3" name="フッター プレースホルダー 2"/>
          <p:cNvSpPr>
            <a:spLocks noGrp="1"/>
          </p:cNvSpPr>
          <p:nvPr>
            <p:ph type="ftr" sz="quarter" idx="11"/>
          </p:nvPr>
        </p:nvSpPr>
        <p:spPr/>
        <p:txBody>
          <a:bodyPr/>
          <a:lstStyle/>
          <a:p>
            <a:endParaRPr kumimoji="1" lang="ja-JP"/>
          </a:p>
        </p:txBody>
      </p:sp>
      <p:sp>
        <p:nvSpPr>
          <p:cNvPr id="4" name="スライド番号プレースホルダー 3"/>
          <p:cNvSpPr>
            <a:spLocks noGrp="1"/>
          </p:cNvSpPr>
          <p:nvPr>
            <p:ph type="sldNum" sz="quarter" idx="12"/>
          </p:nvPr>
        </p:nvSpPr>
        <p:spPr/>
        <p:txBody>
          <a:bodyPr/>
          <a:lstStyle/>
          <a:p>
            <a:fld id="{AAEAE4A8-A6E5-453E-B946-FB774B73F48C}" type="slidenum">
              <a:t>‹#›</a:t>
            </a:fld>
            <a:endParaRPr kumimoji="1" lang="ja-JP"/>
          </a:p>
        </p:txBody>
      </p:sp>
    </p:spTree>
    <p:extLst>
      <p:ext uri="{BB962C8B-B14F-4D97-AF65-F5344CB8AC3E}">
        <p14:creationId xmlns:p14="http://schemas.microsoft.com/office/powerpoint/2010/main" val="2441531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キャプション付きの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p:cNvSpPr>
            <a:spLocks noGrp="1"/>
          </p:cNvSpPr>
          <p:nvPr>
            <p:ph type="title"/>
          </p:nvPr>
        </p:nvSpPr>
        <p:spPr>
          <a:xfrm>
            <a:off x="1065213" y="533400"/>
            <a:ext cx="4114800" cy="1524000"/>
          </a:xfrm>
        </p:spPr>
        <p:txBody>
          <a:bodyPr anchor="b">
            <a:normAutofit/>
          </a:bodyPr>
          <a:lstStyle>
            <a:lvl1pPr algn="l" latinLnBrk="0">
              <a:defRPr kumimoji="1" lang="ja-JP" sz="3600" b="1"/>
            </a:lvl1pPr>
          </a:lstStyle>
          <a:p>
            <a:r>
              <a:rPr kumimoji="1" lang="ja-JP" dirty="0"/>
              <a:t>マスター タイトルのスタイルを編集するには、ここをクリック</a:t>
            </a:r>
          </a:p>
        </p:txBody>
      </p:sp>
      <p:sp>
        <p:nvSpPr>
          <p:cNvPr id="3" name="コンテンツ プレースホルダー 2"/>
          <p:cNvSpPr>
            <a:spLocks noGrp="1"/>
          </p:cNvSpPr>
          <p:nvPr>
            <p:ph idx="1"/>
          </p:nvPr>
        </p:nvSpPr>
        <p:spPr>
          <a:xfrm>
            <a:off x="5865813" y="533400"/>
            <a:ext cx="5867400" cy="5486400"/>
          </a:xfrm>
        </p:spPr>
        <p:txBody>
          <a:bodyPr>
            <a:normAutofit/>
          </a:bodyPr>
          <a:lstStyle>
            <a:lvl1pPr latinLnBrk="0">
              <a:defRPr kumimoji="1" lang="ja-JP" sz="2000"/>
            </a:lvl1pPr>
            <a:lvl2pPr latinLnBrk="0">
              <a:defRPr kumimoji="1" lang="ja-JP" sz="1800"/>
            </a:lvl2pPr>
            <a:lvl3pPr latinLnBrk="0">
              <a:defRPr kumimoji="1" lang="ja-JP" sz="1600"/>
            </a:lvl3pPr>
            <a:lvl4pPr latinLnBrk="0">
              <a:defRPr kumimoji="1" lang="ja-JP" sz="1400"/>
            </a:lvl4pPr>
            <a:lvl5pPr latinLnBrk="0">
              <a:defRPr kumimoji="1" lang="ja-JP" sz="1400"/>
            </a:lvl5pPr>
            <a:lvl6pPr latinLnBrk="0">
              <a:defRPr kumimoji="1" lang="ja-JP" sz="1400"/>
            </a:lvl6pPr>
            <a:lvl7pPr latinLnBrk="0">
              <a:defRPr kumimoji="1" lang="ja-JP" sz="1400"/>
            </a:lvl7pPr>
            <a:lvl8pPr latinLnBrk="0">
              <a:defRPr kumimoji="1" lang="ja-JP" sz="1400"/>
            </a:lvl8pPr>
            <a:lvl9pPr latinLnBrk="0">
              <a:defRPr kumimoji="1" lang="ja-JP" sz="1400"/>
            </a:lvl9pPr>
          </a:lstStyle>
          <a:p>
            <a:pPr lvl="0"/>
            <a:r>
              <a:rPr kumimoji="1" lang="ja-JP" dirty="0"/>
              <a:t>マスター テキストのスタイルを編集するには、ここをクリック</a:t>
            </a:r>
          </a:p>
          <a:p>
            <a:pPr lvl="1"/>
            <a:r>
              <a:rPr kumimoji="1" lang="ja-JP" dirty="0"/>
              <a:t>第 2 レベル</a:t>
            </a:r>
          </a:p>
          <a:p>
            <a:pPr lvl="2"/>
            <a:r>
              <a:rPr kumimoji="1" lang="ja-JP" dirty="0"/>
              <a:t>第 3 レベル</a:t>
            </a:r>
          </a:p>
          <a:p>
            <a:pPr lvl="3"/>
            <a:r>
              <a:rPr kumimoji="1" lang="ja-JP" dirty="0"/>
              <a:t>第 4 レベル</a:t>
            </a:r>
          </a:p>
          <a:p>
            <a:pPr lvl="4"/>
            <a:r>
              <a:rPr kumimoji="1" lang="ja-JP" dirty="0"/>
              <a:t>第 5 レベル</a:t>
            </a:r>
          </a:p>
        </p:txBody>
      </p:sp>
      <p:sp>
        <p:nvSpPr>
          <p:cNvPr id="4" name="テキスト プレースホルダー 3"/>
          <p:cNvSpPr>
            <a:spLocks noGrp="1"/>
          </p:cNvSpPr>
          <p:nvPr>
            <p:ph type="body" sz="half" idx="2"/>
          </p:nvPr>
        </p:nvSpPr>
        <p:spPr>
          <a:xfrm>
            <a:off x="1065213" y="2209800"/>
            <a:ext cx="4114800" cy="3810000"/>
          </a:xfrm>
        </p:spPr>
        <p:txBody>
          <a:bodyPr>
            <a:normAutofit/>
          </a:bodyPr>
          <a:lstStyle>
            <a:lvl1pPr marL="0" indent="0" latinLnBrk="0">
              <a:lnSpc>
                <a:spcPct val="110000"/>
              </a:lnSpc>
              <a:spcBef>
                <a:spcPts val="600"/>
              </a:spcBef>
              <a:buNone/>
              <a:defRPr kumimoji="1" lang="ja-JP" sz="1800">
                <a:solidFill>
                  <a:schemeClr val="tx1">
                    <a:lumMod val="65000"/>
                    <a:lumOff val="35000"/>
                  </a:schemeClr>
                </a:solidFill>
              </a:defRPr>
            </a:lvl1pPr>
            <a:lvl2pPr marL="457200" indent="0" latinLnBrk="0">
              <a:buNone/>
              <a:defRPr kumimoji="1" lang="ja-JP" sz="1200"/>
            </a:lvl2pPr>
            <a:lvl3pPr marL="914400" indent="0" latinLnBrk="0">
              <a:buNone/>
              <a:defRPr kumimoji="1" lang="ja-JP" sz="1000"/>
            </a:lvl3pPr>
            <a:lvl4pPr marL="1371600" indent="0" latinLnBrk="0">
              <a:buNone/>
              <a:defRPr kumimoji="1" lang="ja-JP" sz="900"/>
            </a:lvl4pPr>
            <a:lvl5pPr marL="1828800" indent="0" latinLnBrk="0">
              <a:buNone/>
              <a:defRPr kumimoji="1" lang="ja-JP" sz="900"/>
            </a:lvl5pPr>
            <a:lvl6pPr marL="2286000" indent="0" latinLnBrk="0">
              <a:buNone/>
              <a:defRPr kumimoji="1" lang="ja-JP" sz="900"/>
            </a:lvl6pPr>
            <a:lvl7pPr marL="2743200" indent="0" latinLnBrk="0">
              <a:buNone/>
              <a:defRPr kumimoji="1" lang="ja-JP" sz="900"/>
            </a:lvl7pPr>
            <a:lvl8pPr marL="3200400" indent="0" latinLnBrk="0">
              <a:buNone/>
              <a:defRPr kumimoji="1" lang="ja-JP" sz="900"/>
            </a:lvl8pPr>
            <a:lvl9pPr marL="3657600" indent="0" latinLnBrk="0">
              <a:buNone/>
              <a:defRPr kumimoji="1" lang="ja-JP" sz="900"/>
            </a:lvl9pPr>
          </a:lstStyle>
          <a:p>
            <a:pPr lvl="0"/>
            <a:r>
              <a:rPr kumimoji="1" lang="ja-JP" dirty="0"/>
              <a:t>マスター テキストのスタイルを編集するには、ここをクリック</a:t>
            </a:r>
          </a:p>
        </p:txBody>
      </p:sp>
      <p:sp>
        <p:nvSpPr>
          <p:cNvPr id="5" name="日付プレースホルダー 4"/>
          <p:cNvSpPr>
            <a:spLocks noGrp="1"/>
          </p:cNvSpPr>
          <p:nvPr>
            <p:ph type="dt" sz="half" idx="10"/>
          </p:nvPr>
        </p:nvSpPr>
        <p:spPr/>
        <p:txBody>
          <a:bodyPr/>
          <a:lstStyle/>
          <a:p>
            <a:fld id="{3E0FA9E5-6744-4841-888F-9E7CC0C2B7EC}" type="datetimeFigureOut">
              <a:t>2025/9/1</a:t>
            </a:fld>
            <a:endParaRPr kumimoji="1" lang="ja-JP"/>
          </a:p>
        </p:txBody>
      </p:sp>
      <p:sp>
        <p:nvSpPr>
          <p:cNvPr id="6" name="フッター プレースホルダー 5"/>
          <p:cNvSpPr>
            <a:spLocks noGrp="1"/>
          </p:cNvSpPr>
          <p:nvPr>
            <p:ph type="ftr" sz="quarter" idx="11"/>
          </p:nvPr>
        </p:nvSpPr>
        <p:spPr/>
        <p:txBody>
          <a:bodyPr/>
          <a:lstStyle/>
          <a:p>
            <a:endParaRPr kumimoji="1" lang="ja-JP"/>
          </a:p>
        </p:txBody>
      </p:sp>
      <p:sp>
        <p:nvSpPr>
          <p:cNvPr id="7" name="スライド番号プレースホルダー 6"/>
          <p:cNvSpPr>
            <a:spLocks noGrp="1"/>
          </p:cNvSpPr>
          <p:nvPr>
            <p:ph type="sldNum" sz="quarter" idx="12"/>
          </p:nvPr>
        </p:nvSpPr>
        <p:spPr/>
        <p:txBody>
          <a:bodyPr/>
          <a:lstStyle/>
          <a:p>
            <a:fld id="{AAEAE4A8-A6E5-453E-B946-FB774B73F48C}" type="slidenum">
              <a:t>‹#›</a:t>
            </a:fld>
            <a:endParaRPr kumimoji="1" lang="ja-JP"/>
          </a:p>
        </p:txBody>
      </p:sp>
    </p:spTree>
    <p:extLst>
      <p:ext uri="{BB962C8B-B14F-4D97-AF65-F5344CB8AC3E}">
        <p14:creationId xmlns:p14="http://schemas.microsoft.com/office/powerpoint/2010/main" val="2101711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画像とキャプション">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p:cNvSpPr>
            <a:spLocks noGrp="1"/>
          </p:cNvSpPr>
          <p:nvPr>
            <p:ph type="title"/>
          </p:nvPr>
        </p:nvSpPr>
        <p:spPr>
          <a:xfrm>
            <a:off x="1065213" y="533400"/>
            <a:ext cx="4114800" cy="1524000"/>
          </a:xfrm>
        </p:spPr>
        <p:txBody>
          <a:bodyPr anchor="b">
            <a:noAutofit/>
          </a:bodyPr>
          <a:lstStyle>
            <a:lvl1pPr algn="l" latinLnBrk="0">
              <a:defRPr kumimoji="1" lang="ja-JP" sz="3600" b="1"/>
            </a:lvl1pPr>
          </a:lstStyle>
          <a:p>
            <a:r>
              <a:rPr kumimoji="1" lang="ja-JP" dirty="0"/>
              <a:t>マスター タイトルのスタイルを編集するには、ここをクリック</a:t>
            </a:r>
          </a:p>
        </p:txBody>
      </p:sp>
      <p:sp>
        <p:nvSpPr>
          <p:cNvPr id="3" name="画像プレースホルダー 2"/>
          <p:cNvSpPr>
            <a:spLocks noGrp="1"/>
          </p:cNvSpPr>
          <p:nvPr>
            <p:ph type="pic" idx="1"/>
          </p:nvPr>
        </p:nvSpPr>
        <p:spPr>
          <a:xfrm>
            <a:off x="5865812" y="533400"/>
            <a:ext cx="5780173" cy="5791200"/>
          </a:xfrm>
          <a:ln w="50800">
            <a:solidFill>
              <a:schemeClr val="tx1">
                <a:lumMod val="65000"/>
                <a:lumOff val="35000"/>
              </a:schemeClr>
            </a:solidFill>
            <a:miter lim="800000"/>
          </a:ln>
        </p:spPr>
        <p:txBody>
          <a:bodyPr>
            <a:normAutofit/>
          </a:bodyPr>
          <a:lstStyle>
            <a:lvl1pPr marL="0" indent="0" algn="ctr" latinLnBrk="0">
              <a:buNone/>
              <a:defRPr kumimoji="1" lang="ja-JP" sz="2400"/>
            </a:lvl1pPr>
            <a:lvl2pPr marL="457200" indent="0" latinLnBrk="0">
              <a:buNone/>
              <a:defRPr kumimoji="1" lang="ja-JP" sz="2800"/>
            </a:lvl2pPr>
            <a:lvl3pPr marL="914400" indent="0" latinLnBrk="0">
              <a:buNone/>
              <a:defRPr kumimoji="1" lang="ja-JP" sz="2400"/>
            </a:lvl3pPr>
            <a:lvl4pPr marL="1371600" indent="0" latinLnBrk="0">
              <a:buNone/>
              <a:defRPr kumimoji="1" lang="ja-JP" sz="2000"/>
            </a:lvl4pPr>
            <a:lvl5pPr marL="1828800" indent="0" latinLnBrk="0">
              <a:buNone/>
              <a:defRPr kumimoji="1" lang="ja-JP" sz="2000"/>
            </a:lvl5pPr>
            <a:lvl6pPr marL="2286000" indent="0" latinLnBrk="0">
              <a:buNone/>
              <a:defRPr kumimoji="1" lang="ja-JP" sz="2000"/>
            </a:lvl6pPr>
            <a:lvl7pPr marL="2743200" indent="0" latinLnBrk="0">
              <a:buNone/>
              <a:defRPr kumimoji="1" lang="ja-JP" sz="2000"/>
            </a:lvl7pPr>
            <a:lvl8pPr marL="3200400" indent="0" latinLnBrk="0">
              <a:buNone/>
              <a:defRPr kumimoji="1" lang="ja-JP" sz="2000"/>
            </a:lvl8pPr>
            <a:lvl9pPr marL="3657600" indent="0" latinLnBrk="0">
              <a:buNone/>
              <a:defRPr kumimoji="1" lang="ja-JP" sz="2000"/>
            </a:lvl9pPr>
          </a:lstStyle>
          <a:p>
            <a:endParaRPr kumimoji="1" lang="ja-JP"/>
          </a:p>
        </p:txBody>
      </p:sp>
      <p:sp>
        <p:nvSpPr>
          <p:cNvPr id="4" name="テキスト プレースホルダー 3"/>
          <p:cNvSpPr>
            <a:spLocks noGrp="1"/>
          </p:cNvSpPr>
          <p:nvPr>
            <p:ph type="body" sz="half" idx="2"/>
          </p:nvPr>
        </p:nvSpPr>
        <p:spPr>
          <a:xfrm>
            <a:off x="1065213" y="2209800"/>
            <a:ext cx="4114800" cy="3810000"/>
          </a:xfrm>
        </p:spPr>
        <p:txBody>
          <a:bodyPr>
            <a:normAutofit/>
          </a:bodyPr>
          <a:lstStyle>
            <a:lvl1pPr marL="0" indent="0" latinLnBrk="0">
              <a:lnSpc>
                <a:spcPct val="110000"/>
              </a:lnSpc>
              <a:spcBef>
                <a:spcPts val="600"/>
              </a:spcBef>
              <a:buNone/>
              <a:defRPr kumimoji="1" lang="ja-JP" sz="1800"/>
            </a:lvl1pPr>
            <a:lvl2pPr marL="457200" indent="0" latinLnBrk="0">
              <a:buNone/>
              <a:defRPr kumimoji="1" lang="ja-JP" sz="1200"/>
            </a:lvl2pPr>
            <a:lvl3pPr marL="914400" indent="0" latinLnBrk="0">
              <a:buNone/>
              <a:defRPr kumimoji="1" lang="ja-JP" sz="1000"/>
            </a:lvl3pPr>
            <a:lvl4pPr marL="1371600" indent="0" latinLnBrk="0">
              <a:buNone/>
              <a:defRPr kumimoji="1" lang="ja-JP" sz="900"/>
            </a:lvl4pPr>
            <a:lvl5pPr marL="1828800" indent="0" latinLnBrk="0">
              <a:buNone/>
              <a:defRPr kumimoji="1" lang="ja-JP" sz="900"/>
            </a:lvl5pPr>
            <a:lvl6pPr marL="2286000" indent="0" latinLnBrk="0">
              <a:buNone/>
              <a:defRPr kumimoji="1" lang="ja-JP" sz="900"/>
            </a:lvl6pPr>
            <a:lvl7pPr marL="2743200" indent="0" latinLnBrk="0">
              <a:buNone/>
              <a:defRPr kumimoji="1" lang="ja-JP" sz="900"/>
            </a:lvl7pPr>
            <a:lvl8pPr marL="3200400" indent="0" latinLnBrk="0">
              <a:buNone/>
              <a:defRPr kumimoji="1" lang="ja-JP" sz="900"/>
            </a:lvl8pPr>
            <a:lvl9pPr marL="3657600" indent="0" latinLnBrk="0">
              <a:buNone/>
              <a:defRPr kumimoji="1" lang="ja-JP" sz="900"/>
            </a:lvl9pPr>
          </a:lstStyle>
          <a:p>
            <a:pPr lvl="0"/>
            <a:r>
              <a:rPr kumimoji="1" lang="ja-JP" dirty="0"/>
              <a:t>マスター テキストのスタイルを編集するには、ここをクリック</a:t>
            </a:r>
          </a:p>
        </p:txBody>
      </p:sp>
    </p:spTree>
    <p:extLst>
      <p:ext uri="{BB962C8B-B14F-4D97-AF65-F5344CB8AC3E}">
        <p14:creationId xmlns:p14="http://schemas.microsoft.com/office/powerpoint/2010/main" val="1419608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dirty="0"/>
              <a:t>マスター タイトルのスタイルを編集するには、ここをクリック</a:t>
            </a:r>
          </a:p>
        </p:txBody>
      </p:sp>
      <p:sp>
        <p:nvSpPr>
          <p:cNvPr id="3" name="縦書きテキスト プレースホルダー 2"/>
          <p:cNvSpPr>
            <a:spLocks noGrp="1"/>
          </p:cNvSpPr>
          <p:nvPr>
            <p:ph type="body" orient="vert" idx="1"/>
          </p:nvPr>
        </p:nvSpPr>
        <p:spPr/>
        <p:txBody>
          <a:bodyPr vert="eaVert"/>
          <a:lstStyle/>
          <a:p>
            <a:pPr lvl="0"/>
            <a:r>
              <a:rPr kumimoji="1" lang="ja-JP" dirty="0"/>
              <a:t>マスター テキストのスタイルを編集するには、ここをクリック</a:t>
            </a:r>
          </a:p>
          <a:p>
            <a:pPr lvl="1"/>
            <a:r>
              <a:rPr kumimoji="1" lang="ja-JP" dirty="0"/>
              <a:t>第 2 レベル</a:t>
            </a:r>
          </a:p>
          <a:p>
            <a:pPr lvl="2"/>
            <a:r>
              <a:rPr kumimoji="1" lang="ja-JP" dirty="0"/>
              <a:t>第 3 レベル</a:t>
            </a:r>
          </a:p>
          <a:p>
            <a:pPr lvl="3"/>
            <a:r>
              <a:rPr kumimoji="1" lang="ja-JP" dirty="0"/>
              <a:t>第 4 レベル</a:t>
            </a:r>
          </a:p>
          <a:p>
            <a:pPr lvl="4"/>
            <a:r>
              <a:rPr kumimoji="1" lang="ja-JP" dirty="0"/>
              <a:t>第 5 レベル</a:t>
            </a:r>
          </a:p>
        </p:txBody>
      </p:sp>
      <p:sp>
        <p:nvSpPr>
          <p:cNvPr id="4" name="日付プレースホルダー 3"/>
          <p:cNvSpPr>
            <a:spLocks noGrp="1"/>
          </p:cNvSpPr>
          <p:nvPr>
            <p:ph type="dt" sz="half" idx="10"/>
          </p:nvPr>
        </p:nvSpPr>
        <p:spPr/>
        <p:txBody>
          <a:bodyPr/>
          <a:lstStyle/>
          <a:p>
            <a:fld id="{3E0FA9E5-6744-4841-888F-9E7CC0C2B7EC}" type="datetimeFigureOut">
              <a:t>2025/9/1</a:t>
            </a:fld>
            <a:endParaRPr kumimoji="1" lang="ja-JP"/>
          </a:p>
        </p:txBody>
      </p:sp>
      <p:sp>
        <p:nvSpPr>
          <p:cNvPr id="5" name="フッター プレースホルダー 4"/>
          <p:cNvSpPr>
            <a:spLocks noGrp="1"/>
          </p:cNvSpPr>
          <p:nvPr>
            <p:ph type="ftr" sz="quarter" idx="11"/>
          </p:nvPr>
        </p:nvSpPr>
        <p:spPr/>
        <p:txBody>
          <a:bodyPr/>
          <a:lstStyle/>
          <a:p>
            <a:endParaRPr kumimoji="1" lang="ja-JP" dirty="0"/>
          </a:p>
        </p:txBody>
      </p:sp>
      <p:sp>
        <p:nvSpPr>
          <p:cNvPr id="6" name="スライド番号プレースホルダー 5"/>
          <p:cNvSpPr>
            <a:spLocks noGrp="1"/>
          </p:cNvSpPr>
          <p:nvPr>
            <p:ph type="sldNum" sz="quarter" idx="12"/>
          </p:nvPr>
        </p:nvSpPr>
        <p:spPr/>
        <p:txBody>
          <a:bodyPr/>
          <a:lstStyle/>
          <a:p>
            <a:fld id="{AAEAE4A8-A6E5-453E-B946-FB774B73F48C}" type="slidenum">
              <a:t>‹#›</a:t>
            </a:fld>
            <a:endParaRPr kumimoji="1" lang="ja-JP"/>
          </a:p>
        </p:txBody>
      </p:sp>
    </p:spTree>
    <p:extLst>
      <p:ext uri="{BB962C8B-B14F-4D97-AF65-F5344CB8AC3E}">
        <p14:creationId xmlns:p14="http://schemas.microsoft.com/office/powerpoint/2010/main" val="2668093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61412" y="533400"/>
            <a:ext cx="2362201" cy="5486400"/>
          </a:xfrm>
        </p:spPr>
        <p:txBody>
          <a:bodyPr vert="eaVert"/>
          <a:lstStyle/>
          <a:p>
            <a:r>
              <a:rPr kumimoji="1" lang="ja-JP" dirty="0"/>
              <a:t>マスター タイトルのスタイルを編集するには、ここをクリック</a:t>
            </a:r>
          </a:p>
        </p:txBody>
      </p:sp>
      <p:sp>
        <p:nvSpPr>
          <p:cNvPr id="3" name="縦書きテキスト プレースホルダー 2"/>
          <p:cNvSpPr>
            <a:spLocks noGrp="1"/>
          </p:cNvSpPr>
          <p:nvPr>
            <p:ph type="body" orient="vert" idx="1"/>
          </p:nvPr>
        </p:nvSpPr>
        <p:spPr>
          <a:xfrm>
            <a:off x="1065213" y="533400"/>
            <a:ext cx="7467599" cy="5486400"/>
          </a:xfrm>
        </p:spPr>
        <p:txBody>
          <a:bodyPr vert="eaVert"/>
          <a:lstStyle/>
          <a:p>
            <a:pPr lvl="0"/>
            <a:r>
              <a:rPr kumimoji="1" lang="ja-JP" dirty="0"/>
              <a:t>マスター テキストのスタイルを編集するには、ここをクリック</a:t>
            </a:r>
          </a:p>
          <a:p>
            <a:pPr lvl="1"/>
            <a:r>
              <a:rPr kumimoji="1" lang="ja-JP" dirty="0"/>
              <a:t>第 2 レベル</a:t>
            </a:r>
          </a:p>
          <a:p>
            <a:pPr lvl="2"/>
            <a:r>
              <a:rPr kumimoji="1" lang="ja-JP" dirty="0"/>
              <a:t>第 3 レベル</a:t>
            </a:r>
          </a:p>
          <a:p>
            <a:pPr lvl="3"/>
            <a:r>
              <a:rPr kumimoji="1" lang="ja-JP" dirty="0"/>
              <a:t>第 4 レベル</a:t>
            </a:r>
          </a:p>
          <a:p>
            <a:pPr lvl="4"/>
            <a:r>
              <a:rPr kumimoji="1" lang="ja-JP" dirty="0"/>
              <a:t>第 5 レベル</a:t>
            </a:r>
          </a:p>
        </p:txBody>
      </p:sp>
      <p:sp>
        <p:nvSpPr>
          <p:cNvPr id="4" name="日付プレースホルダー 3"/>
          <p:cNvSpPr>
            <a:spLocks noGrp="1"/>
          </p:cNvSpPr>
          <p:nvPr>
            <p:ph type="dt" sz="half" idx="10"/>
          </p:nvPr>
        </p:nvSpPr>
        <p:spPr/>
        <p:txBody>
          <a:bodyPr/>
          <a:lstStyle/>
          <a:p>
            <a:fld id="{3E0FA9E5-6744-4841-888F-9E7CC0C2B7EC}" type="datetimeFigureOut">
              <a:t>2025/9/1</a:t>
            </a:fld>
            <a:endParaRPr kumimoji="1" lang="ja-JP"/>
          </a:p>
        </p:txBody>
      </p:sp>
      <p:sp>
        <p:nvSpPr>
          <p:cNvPr id="5" name="フッター プレースホルダー 4"/>
          <p:cNvSpPr>
            <a:spLocks noGrp="1"/>
          </p:cNvSpPr>
          <p:nvPr>
            <p:ph type="ftr" sz="quarter" idx="11"/>
          </p:nvPr>
        </p:nvSpPr>
        <p:spPr/>
        <p:txBody>
          <a:bodyPr/>
          <a:lstStyle/>
          <a:p>
            <a:endParaRPr kumimoji="1" lang="ja-JP"/>
          </a:p>
        </p:txBody>
      </p:sp>
      <p:sp>
        <p:nvSpPr>
          <p:cNvPr id="6" name="スライド番号プレースホルダー 5"/>
          <p:cNvSpPr>
            <a:spLocks noGrp="1"/>
          </p:cNvSpPr>
          <p:nvPr>
            <p:ph type="sldNum" sz="quarter" idx="12"/>
          </p:nvPr>
        </p:nvSpPr>
        <p:spPr/>
        <p:txBody>
          <a:bodyPr/>
          <a:lstStyle/>
          <a:p>
            <a:fld id="{AAEAE4A8-A6E5-453E-B946-FB774B73F48C}" type="slidenum">
              <a:t>‹#›</a:t>
            </a:fld>
            <a:endParaRPr kumimoji="1" lang="ja-JP"/>
          </a:p>
        </p:txBody>
      </p:sp>
    </p:spTree>
    <p:extLst>
      <p:ext uri="{BB962C8B-B14F-4D97-AF65-F5344CB8AC3E}">
        <p14:creationId xmlns:p14="http://schemas.microsoft.com/office/powerpoint/2010/main" val="188244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1065212" y="533400"/>
            <a:ext cx="8686801" cy="1066800"/>
          </a:xfrm>
          <a:prstGeom prst="rect">
            <a:avLst/>
          </a:prstGeom>
        </p:spPr>
        <p:txBody>
          <a:bodyPr vert="horz" lIns="91440" tIns="45720" rIns="91440" bIns="45720" rtlCol="0" anchor="b">
            <a:normAutofit/>
          </a:bodyPr>
          <a:lstStyle/>
          <a:p>
            <a:r>
              <a:rPr kumimoji="1" lang="ja-JP"/>
              <a:t>マスター タイトルのスタイルを編集するには、ここをクリック</a:t>
            </a:r>
          </a:p>
        </p:txBody>
      </p:sp>
      <p:sp>
        <p:nvSpPr>
          <p:cNvPr id="3" name="テキスト プレースホルダー 2"/>
          <p:cNvSpPr>
            <a:spLocks noGrp="1"/>
          </p:cNvSpPr>
          <p:nvPr>
            <p:ph type="body" idx="1"/>
          </p:nvPr>
        </p:nvSpPr>
        <p:spPr>
          <a:xfrm>
            <a:off x="1065212" y="1828800"/>
            <a:ext cx="8686801" cy="4191000"/>
          </a:xfrm>
          <a:prstGeom prst="rect">
            <a:avLst/>
          </a:prstGeom>
        </p:spPr>
        <p:txBody>
          <a:bodyPr vert="horz" lIns="91440" tIns="45720" rIns="91440" bIns="45720" rtlCol="0">
            <a:normAutofit/>
          </a:bodyPr>
          <a:lstStyle/>
          <a:p>
            <a:pPr lvl="0"/>
            <a:r>
              <a:rPr kumimoji="1" lang="ja-JP"/>
              <a:t>マスター テキストのスタイルを編集するには、ここをクリック</a:t>
            </a:r>
          </a:p>
          <a:p>
            <a:pPr lvl="1"/>
            <a:r>
              <a:rPr kumimoji="1" lang="ja-JP"/>
              <a:t>第 2 レベル</a:t>
            </a:r>
          </a:p>
          <a:p>
            <a:pPr lvl="2"/>
            <a:r>
              <a:rPr kumimoji="1" lang="ja-JP"/>
              <a:t>第 3 レベル</a:t>
            </a:r>
          </a:p>
          <a:p>
            <a:pPr lvl="3"/>
            <a:r>
              <a:rPr kumimoji="1" lang="ja-JP"/>
              <a:t>第 4 レベル</a:t>
            </a:r>
          </a:p>
          <a:p>
            <a:pPr lvl="4"/>
            <a:r>
              <a:rPr kumimoji="1" lang="ja-JP"/>
              <a:t>第 5 レベル</a:t>
            </a:r>
          </a:p>
        </p:txBody>
      </p:sp>
      <p:sp>
        <p:nvSpPr>
          <p:cNvPr id="4" name="日付プレースホルダー 3"/>
          <p:cNvSpPr>
            <a:spLocks noGrp="1"/>
          </p:cNvSpPr>
          <p:nvPr>
            <p:ph type="dt" sz="half" idx="2"/>
          </p:nvPr>
        </p:nvSpPr>
        <p:spPr>
          <a:xfrm>
            <a:off x="6932612" y="6155267"/>
            <a:ext cx="1371600" cy="273049"/>
          </a:xfrm>
          <a:prstGeom prst="rect">
            <a:avLst/>
          </a:prstGeom>
        </p:spPr>
        <p:txBody>
          <a:bodyPr vert="horz" lIns="91440" tIns="45720" rIns="91440" bIns="45720" rtlCol="0" anchor="ctr"/>
          <a:lstStyle>
            <a:lvl1pPr algn="r" latinLnBrk="0">
              <a:defRPr kumimoji="1" lang="ja-JP"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defRPr>
            </a:lvl1pPr>
          </a:lstStyle>
          <a:p>
            <a:fld id="{3E0FA9E5-6744-4841-888F-9E7CC0C2B7EC}" type="datetimeFigureOut">
              <a:rPr lang="en-US" altLang="ja-JP" smtClean="0"/>
              <a:pPr/>
              <a:t>9/1/2025</a:t>
            </a:fld>
            <a:endParaRPr lang="ja-JP" altLang="en-US"/>
          </a:p>
        </p:txBody>
      </p:sp>
      <p:sp>
        <p:nvSpPr>
          <p:cNvPr id="5" name="フッター プレースホルダー 4"/>
          <p:cNvSpPr>
            <a:spLocks noGrp="1"/>
          </p:cNvSpPr>
          <p:nvPr>
            <p:ph type="ftr" sz="quarter" idx="3"/>
          </p:nvPr>
        </p:nvSpPr>
        <p:spPr>
          <a:xfrm>
            <a:off x="1065213" y="6155267"/>
            <a:ext cx="5653087" cy="273049"/>
          </a:xfrm>
          <a:prstGeom prst="rect">
            <a:avLst/>
          </a:prstGeom>
        </p:spPr>
        <p:txBody>
          <a:bodyPr vert="horz" lIns="91440" tIns="45720" rIns="91440" bIns="45720" rtlCol="0" anchor="ctr"/>
          <a:lstStyle>
            <a:lvl1pPr algn="l" latinLnBrk="0">
              <a:defRPr kumimoji="1" lang="ja-JP"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defRPr>
            </a:lvl1pPr>
          </a:lstStyle>
          <a:p>
            <a:endParaRPr lang="ja-JP" altLang="en-US"/>
          </a:p>
        </p:txBody>
      </p:sp>
      <p:sp>
        <p:nvSpPr>
          <p:cNvPr id="6" name="スライド番号プレースホルダー 5"/>
          <p:cNvSpPr>
            <a:spLocks noGrp="1"/>
          </p:cNvSpPr>
          <p:nvPr>
            <p:ph type="sldNum" sz="quarter" idx="4"/>
          </p:nvPr>
        </p:nvSpPr>
        <p:spPr>
          <a:xfrm>
            <a:off x="8532812" y="6155267"/>
            <a:ext cx="1219201" cy="273049"/>
          </a:xfrm>
          <a:prstGeom prst="rect">
            <a:avLst/>
          </a:prstGeom>
        </p:spPr>
        <p:txBody>
          <a:bodyPr vert="horz" lIns="91440" tIns="45720" rIns="91440" bIns="45720" rtlCol="0" anchor="ctr"/>
          <a:lstStyle>
            <a:lvl1pPr algn="r" latinLnBrk="0">
              <a:defRPr kumimoji="1" lang="ja-JP"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defRPr>
            </a:lvl1pPr>
          </a:lstStyle>
          <a:p>
            <a:fld id="{AAEAE4A8-A6E5-453E-B946-FB774B73F48C}" type="slidenum">
              <a:rPr lang="en-US" altLang="ja-JP" smtClean="0"/>
              <a:pPr/>
              <a:t>‹#›</a:t>
            </a:fld>
            <a:endParaRPr lang="en-US" altLang="ja-JP"/>
          </a:p>
        </p:txBody>
      </p:sp>
    </p:spTree>
    <p:extLst>
      <p:ext uri="{BB962C8B-B14F-4D97-AF65-F5344CB8AC3E}">
        <p14:creationId xmlns:p14="http://schemas.microsoft.com/office/powerpoint/2010/main" val="15970541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80000"/>
        </a:lnSpc>
        <a:spcBef>
          <a:spcPct val="0"/>
        </a:spcBef>
        <a:buNone/>
        <a:defRPr kumimoji="1" lang="ja-JP" sz="3600" b="1" kern="1200">
          <a:solidFill>
            <a:schemeClr val="accent1"/>
          </a:solidFill>
          <a:latin typeface="Meiryo UI" panose="020B0604030504040204" pitchFamily="50" charset="-128"/>
          <a:ea typeface="Meiryo UI" panose="020B0604030504040204" pitchFamily="50" charset="-128"/>
          <a:cs typeface="Meiryo UI" panose="020B0604030504040204" pitchFamily="50" charset="-128"/>
        </a:defRPr>
      </a:lvl1pPr>
    </p:titleStyle>
    <p:bodyStyle>
      <a:lvl1pPr marL="274320" indent="-228600" algn="l" defTabSz="914400" rtl="0" eaLnBrk="1" latinLnBrk="0" hangingPunct="1">
        <a:lnSpc>
          <a:spcPct val="90000"/>
        </a:lnSpc>
        <a:spcBef>
          <a:spcPts val="1800"/>
        </a:spcBef>
        <a:buClr>
          <a:schemeClr val="tx1">
            <a:lumMod val="65000"/>
            <a:lumOff val="35000"/>
          </a:schemeClr>
        </a:buClr>
        <a:buSzPct val="80000"/>
        <a:buFont typeface="Arial" pitchFamily="34" charset="0"/>
        <a:buChar char="•"/>
        <a:defRPr kumimoji="1" lang="ja-JP" sz="2000" kern="12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defRPr>
      </a:lvl1pPr>
      <a:lvl2pPr marL="594360" indent="-228600" algn="l" defTabSz="914400" rtl="0" eaLnBrk="1" latinLnBrk="0" hangingPunct="1">
        <a:lnSpc>
          <a:spcPct val="90000"/>
        </a:lnSpc>
        <a:spcBef>
          <a:spcPts val="1000"/>
        </a:spcBef>
        <a:buClr>
          <a:schemeClr val="tx1">
            <a:lumMod val="65000"/>
            <a:lumOff val="35000"/>
          </a:schemeClr>
        </a:buClr>
        <a:buSzPct val="80000"/>
        <a:buFont typeface="Arial" pitchFamily="34" charset="0"/>
        <a:buChar char="•"/>
        <a:defRPr kumimoji="1" lang="ja-JP" sz="1800" kern="12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defRPr>
      </a:lvl2pPr>
      <a:lvl3pPr marL="77724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kumimoji="1" lang="ja-JP" sz="1600" kern="12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defRPr>
      </a:lvl3pPr>
      <a:lvl4pPr marL="96012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kumimoji="1" lang="ja-JP" sz="1400" kern="12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defRPr>
      </a:lvl4pPr>
      <a:lvl5pPr marL="1097280" indent="-13716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kumimoji="1" lang="ja-JP" sz="1400" kern="12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defRPr>
      </a:lvl5pPr>
      <a:lvl6pPr marL="1234440" indent="-137160" algn="l" defTabSz="914400" rtl="0" eaLnBrk="1" latinLnBrk="0" hangingPunct="1">
        <a:spcBef>
          <a:spcPts val="600"/>
        </a:spcBef>
        <a:buSzPct val="80000"/>
        <a:buFont typeface="Arial" pitchFamily="34" charset="0"/>
        <a:buChar char="•"/>
        <a:defRPr kumimoji="1" lang="ja-JP"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kumimoji="1" lang="ja-JP"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kumimoji="1" lang="ja-JP"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kumimoji="1" lang="ja-JP" sz="1400" kern="1200">
          <a:solidFill>
            <a:schemeClr val="tx1">
              <a:lumMod val="65000"/>
              <a:lumOff val="35000"/>
            </a:schemeClr>
          </a:solidFill>
          <a:latin typeface="+mn-lt"/>
          <a:ea typeface="+mn-ea"/>
          <a:cs typeface="+mn-cs"/>
        </a:defRPr>
      </a:lvl9pPr>
    </p:bodyStyle>
    <p:otherStyle>
      <a:defPPr>
        <a:defRPr kumimoji="1" lang="ja-JP"/>
      </a:defPPr>
      <a:lvl1pPr marL="0" algn="l" defTabSz="914400" rtl="0" eaLnBrk="1" latinLnBrk="0" hangingPunct="1">
        <a:defRPr kumimoji="1" lang="ja-JP" sz="1800" kern="1200">
          <a:solidFill>
            <a:schemeClr val="tx1"/>
          </a:solidFill>
          <a:latin typeface="+mn-lt"/>
          <a:ea typeface="+mn-ea"/>
          <a:cs typeface="+mn-cs"/>
        </a:defRPr>
      </a:lvl1pPr>
      <a:lvl2pPr marL="457200" algn="l" defTabSz="914400" rtl="0" eaLnBrk="1" latinLnBrk="0" hangingPunct="1">
        <a:defRPr kumimoji="1" lang="ja-JP" sz="1800" kern="1200">
          <a:solidFill>
            <a:schemeClr val="tx1"/>
          </a:solidFill>
          <a:latin typeface="+mn-lt"/>
          <a:ea typeface="+mn-ea"/>
          <a:cs typeface="+mn-cs"/>
        </a:defRPr>
      </a:lvl2pPr>
      <a:lvl3pPr marL="914400" algn="l" defTabSz="914400" rtl="0" eaLnBrk="1" latinLnBrk="0" hangingPunct="1">
        <a:defRPr kumimoji="1" lang="ja-JP" sz="1800" kern="1200">
          <a:solidFill>
            <a:schemeClr val="tx1"/>
          </a:solidFill>
          <a:latin typeface="+mn-lt"/>
          <a:ea typeface="+mn-ea"/>
          <a:cs typeface="+mn-cs"/>
        </a:defRPr>
      </a:lvl3pPr>
      <a:lvl4pPr marL="1371600" algn="l" defTabSz="914400" rtl="0" eaLnBrk="1" latinLnBrk="0" hangingPunct="1">
        <a:defRPr kumimoji="1" lang="ja-JP" sz="1800" kern="1200">
          <a:solidFill>
            <a:schemeClr val="tx1"/>
          </a:solidFill>
          <a:latin typeface="+mn-lt"/>
          <a:ea typeface="+mn-ea"/>
          <a:cs typeface="+mn-cs"/>
        </a:defRPr>
      </a:lvl4pPr>
      <a:lvl5pPr marL="1828800" algn="l" defTabSz="914400" rtl="0" eaLnBrk="1" latinLnBrk="0" hangingPunct="1">
        <a:defRPr kumimoji="1" lang="ja-JP" sz="1800" kern="1200">
          <a:solidFill>
            <a:schemeClr val="tx1"/>
          </a:solidFill>
          <a:latin typeface="+mn-lt"/>
          <a:ea typeface="+mn-ea"/>
          <a:cs typeface="+mn-cs"/>
        </a:defRPr>
      </a:lvl5pPr>
      <a:lvl6pPr marL="2286000" algn="l" defTabSz="914400" rtl="0" eaLnBrk="1" latinLnBrk="0" hangingPunct="1">
        <a:defRPr kumimoji="1" lang="ja-JP" sz="1800" kern="1200">
          <a:solidFill>
            <a:schemeClr val="tx1"/>
          </a:solidFill>
          <a:latin typeface="+mn-lt"/>
          <a:ea typeface="+mn-ea"/>
          <a:cs typeface="+mn-cs"/>
        </a:defRPr>
      </a:lvl6pPr>
      <a:lvl7pPr marL="2743200" algn="l" defTabSz="914400" rtl="0" eaLnBrk="1" latinLnBrk="0" hangingPunct="1">
        <a:defRPr kumimoji="1" lang="ja-JP" sz="1800" kern="1200">
          <a:solidFill>
            <a:schemeClr val="tx1"/>
          </a:solidFill>
          <a:latin typeface="+mn-lt"/>
          <a:ea typeface="+mn-ea"/>
          <a:cs typeface="+mn-cs"/>
        </a:defRPr>
      </a:lvl7pPr>
      <a:lvl8pPr marL="3200400" algn="l" defTabSz="914400" rtl="0" eaLnBrk="1" latinLnBrk="0" hangingPunct="1">
        <a:defRPr kumimoji="1" lang="ja-JP" sz="1800" kern="1200">
          <a:solidFill>
            <a:schemeClr val="tx1"/>
          </a:solidFill>
          <a:latin typeface="+mn-lt"/>
          <a:ea typeface="+mn-ea"/>
          <a:cs typeface="+mn-cs"/>
        </a:defRPr>
      </a:lvl8pPr>
      <a:lvl9pPr marL="3657600" algn="l" defTabSz="914400" rtl="0" eaLnBrk="1" latinLnBrk="0" hangingPunct="1">
        <a:defRPr kumimoji="1" lang="ja-JP"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39" userDrawn="1">
          <p15:clr>
            <a:srgbClr val="F26B43"/>
          </p15:clr>
        </p15:guide>
        <p15:guide id="2"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コンテンツ プレースホルダー 5"/>
          <p:cNvSpPr>
            <a:spLocks noGrp="1"/>
          </p:cNvSpPr>
          <p:nvPr>
            <p:ph sz="half" idx="1"/>
          </p:nvPr>
        </p:nvSpPr>
        <p:spPr>
          <a:xfrm>
            <a:off x="1065212" y="1225551"/>
            <a:ext cx="9905999" cy="4565650"/>
          </a:xfrm>
        </p:spPr>
        <p:txBody>
          <a:bodyPr>
            <a:normAutofit/>
          </a:bodyPr>
          <a:lstStyle/>
          <a:p>
            <a:pPr marL="45720" indent="0">
              <a:buNone/>
            </a:pPr>
            <a:r>
              <a:rPr kumimoji="1" lang="en-US" altLang="ja-JP" b="1" dirty="0">
                <a:solidFill>
                  <a:schemeClr val="tx1"/>
                </a:solidFill>
                <a:latin typeface="+mn-ea"/>
                <a:ea typeface="+mn-ea"/>
              </a:rPr>
              <a:t>index</a:t>
            </a:r>
            <a:r>
              <a:rPr kumimoji="1" lang="ja-JP" altLang="en-US" b="1" dirty="0">
                <a:solidFill>
                  <a:schemeClr val="tx1"/>
                </a:solidFill>
                <a:latin typeface="+mn-ea"/>
                <a:ea typeface="+mn-ea"/>
              </a:rPr>
              <a:t>とはその名の通り、</a:t>
            </a:r>
            <a:r>
              <a:rPr lang="ja-JP" altLang="en-US" dirty="0">
                <a:solidFill>
                  <a:schemeClr val="tx1"/>
                </a:solidFill>
                <a:latin typeface="+mn-ea"/>
                <a:ea typeface="+mn-ea"/>
              </a:rPr>
              <a:t>書籍の索引のようなもの。</a:t>
            </a:r>
            <a:br>
              <a:rPr lang="en-US" altLang="ja-JP" dirty="0">
                <a:solidFill>
                  <a:schemeClr val="tx1"/>
                </a:solidFill>
                <a:latin typeface="+mn-ea"/>
                <a:ea typeface="+mn-ea"/>
              </a:rPr>
            </a:br>
            <a:r>
              <a:rPr lang="ja-JP" altLang="en-US" dirty="0">
                <a:solidFill>
                  <a:schemeClr val="tx1"/>
                </a:solidFill>
                <a:latin typeface="+mn-ea"/>
                <a:ea typeface="+mn-ea"/>
              </a:rPr>
              <a:t>テーブル内の行のレコードへのポインタ（住所）を保持している。</a:t>
            </a:r>
            <a:endParaRPr lang="en-US" altLang="ja-JP" dirty="0">
              <a:solidFill>
                <a:schemeClr val="tx1"/>
              </a:solidFill>
              <a:latin typeface="+mn-ea"/>
              <a:ea typeface="+mn-ea"/>
            </a:endParaRPr>
          </a:p>
          <a:p>
            <a:pPr marL="45720" indent="0">
              <a:buNone/>
            </a:pPr>
            <a:r>
              <a:rPr kumimoji="1" lang="ja-JP" altLang="en-US" b="1" dirty="0">
                <a:solidFill>
                  <a:schemeClr val="tx1"/>
                </a:solidFill>
                <a:latin typeface="+mj-ea"/>
                <a:ea typeface="+mj-ea"/>
              </a:rPr>
              <a:t>書き方</a:t>
            </a:r>
            <a:endParaRPr kumimoji="1" lang="en-US" altLang="ja-JP" b="1" dirty="0">
              <a:solidFill>
                <a:schemeClr val="tx1"/>
              </a:solidFill>
              <a:latin typeface="+mj-ea"/>
              <a:ea typeface="+mj-ea"/>
            </a:endParaRPr>
          </a:p>
          <a:p>
            <a:pPr marL="45720" indent="0">
              <a:buNone/>
            </a:pPr>
            <a:endParaRPr lang="en-US" altLang="ja-JP" b="1" dirty="0">
              <a:solidFill>
                <a:schemeClr val="tx1"/>
              </a:solidFill>
              <a:latin typeface="+mj-ea"/>
              <a:ea typeface="+mj-ea"/>
            </a:endParaRPr>
          </a:p>
          <a:p>
            <a:pPr marL="45720" indent="0">
              <a:buNone/>
            </a:pPr>
            <a:endParaRPr kumimoji="1" lang="en-US" altLang="ja-JP" b="1" dirty="0">
              <a:solidFill>
                <a:schemeClr val="tx1"/>
              </a:solidFill>
              <a:latin typeface="+mj-ea"/>
              <a:ea typeface="+mj-ea"/>
            </a:endParaRPr>
          </a:p>
          <a:p>
            <a:pPr marL="45720" indent="0">
              <a:buNone/>
            </a:pPr>
            <a:endParaRPr lang="en-US" altLang="ja-JP" b="1" dirty="0">
              <a:solidFill>
                <a:schemeClr val="tx1"/>
              </a:solidFill>
              <a:latin typeface="+mj-ea"/>
              <a:ea typeface="+mj-ea"/>
            </a:endParaRPr>
          </a:p>
          <a:p>
            <a:pPr marL="45720" indent="0">
              <a:buNone/>
            </a:pPr>
            <a:r>
              <a:rPr kumimoji="1" lang="ja-JP" altLang="en-US" b="1" dirty="0">
                <a:solidFill>
                  <a:schemeClr val="tx1"/>
                </a:solidFill>
                <a:latin typeface="+mj-ea"/>
                <a:ea typeface="+mj-ea"/>
              </a:rPr>
              <a:t>なぜ必要なのか？</a:t>
            </a:r>
            <a:br>
              <a:rPr lang="en-US" altLang="ja-JP" b="1" dirty="0">
                <a:solidFill>
                  <a:schemeClr val="tx1"/>
                </a:solidFill>
                <a:latin typeface="+mj-ea"/>
                <a:ea typeface="+mj-ea"/>
              </a:rPr>
            </a:br>
            <a:r>
              <a:rPr lang="ja-JP" altLang="en-US" b="1" dirty="0">
                <a:solidFill>
                  <a:schemeClr val="tx1"/>
                </a:solidFill>
                <a:latin typeface="+mj-ea"/>
                <a:ea typeface="+mj-ea"/>
              </a:rPr>
              <a:t>⇒</a:t>
            </a:r>
            <a:endParaRPr kumimoji="1" lang="en-US" altLang="ja-JP" b="1" dirty="0">
              <a:solidFill>
                <a:schemeClr val="tx1"/>
              </a:solidFill>
              <a:latin typeface="+mj-ea"/>
              <a:ea typeface="+mj-ea"/>
            </a:endParaRPr>
          </a:p>
        </p:txBody>
      </p:sp>
      <p:sp>
        <p:nvSpPr>
          <p:cNvPr id="13" name="タイトル 12"/>
          <p:cNvSpPr>
            <a:spLocks noGrp="1"/>
          </p:cNvSpPr>
          <p:nvPr>
            <p:ph type="title"/>
          </p:nvPr>
        </p:nvSpPr>
        <p:spPr>
          <a:xfrm>
            <a:off x="1065213" y="533400"/>
            <a:ext cx="8686800" cy="538529"/>
          </a:xfrm>
        </p:spPr>
        <p:txBody>
          <a:bodyPr/>
          <a:lstStyle/>
          <a:p>
            <a:r>
              <a:rPr kumimoji="1" lang="en-US" altLang="ja-JP" sz="2800" dirty="0">
                <a:latin typeface="Meiryo UI" panose="020B0604030504040204" pitchFamily="50" charset="-128"/>
                <a:ea typeface="Meiryo UI" panose="020B0604030504040204" pitchFamily="50" charset="-128"/>
                <a:cs typeface="Meiryo UI" panose="020B0604030504040204" pitchFamily="50" charset="-128"/>
              </a:rPr>
              <a:t>index</a:t>
            </a:r>
            <a:endParaRPr kumimoji="1" lang="ja-JP" sz="28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正方形/長方形 1">
            <a:extLst>
              <a:ext uri="{FF2B5EF4-FFF2-40B4-BE49-F238E27FC236}">
                <a16:creationId xmlns:a16="http://schemas.microsoft.com/office/drawing/2014/main" id="{4345850B-ADB8-7404-DD25-2B82F6A08D09}"/>
              </a:ext>
            </a:extLst>
          </p:cNvPr>
          <p:cNvSpPr/>
          <p:nvPr/>
        </p:nvSpPr>
        <p:spPr>
          <a:xfrm>
            <a:off x="1217614" y="2362200"/>
            <a:ext cx="7924800" cy="685800"/>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dirty="0">
                <a:solidFill>
                  <a:schemeClr val="tx1"/>
                </a:solidFill>
              </a:rPr>
              <a:t>CREATE</a:t>
            </a:r>
            <a:r>
              <a:rPr lang="ja-JP" altLang="en-US" dirty="0">
                <a:solidFill>
                  <a:schemeClr val="tx1"/>
                </a:solidFill>
              </a:rPr>
              <a:t> </a:t>
            </a:r>
            <a:r>
              <a:rPr lang="en-US" altLang="ja-JP" dirty="0">
                <a:solidFill>
                  <a:schemeClr val="tx1"/>
                </a:solidFill>
              </a:rPr>
              <a:t>INDEX</a:t>
            </a:r>
            <a:r>
              <a:rPr lang="ja-JP" altLang="en-US" dirty="0">
                <a:solidFill>
                  <a:schemeClr val="tx1"/>
                </a:solidFill>
              </a:rPr>
              <a:t> インデックス名 </a:t>
            </a:r>
            <a:r>
              <a:rPr lang="en-US" altLang="ja-JP" dirty="0">
                <a:solidFill>
                  <a:schemeClr val="tx1"/>
                </a:solidFill>
              </a:rPr>
              <a:t>ON</a:t>
            </a:r>
            <a:r>
              <a:rPr lang="ja-JP" altLang="en-US" dirty="0">
                <a:solidFill>
                  <a:schemeClr val="tx1"/>
                </a:solidFill>
              </a:rPr>
              <a:t> テーブル名 </a:t>
            </a:r>
            <a:r>
              <a:rPr lang="en-US" altLang="ja-JP" dirty="0">
                <a:solidFill>
                  <a:schemeClr val="tx1"/>
                </a:solidFill>
              </a:rPr>
              <a:t>(</a:t>
            </a:r>
            <a:r>
              <a:rPr lang="ja-JP" altLang="en-US" dirty="0">
                <a:solidFill>
                  <a:schemeClr val="tx1"/>
                </a:solidFill>
              </a:rPr>
              <a:t>列名 </a:t>
            </a:r>
            <a:r>
              <a:rPr lang="en-US" altLang="ja-JP" dirty="0">
                <a:solidFill>
                  <a:schemeClr val="tx1"/>
                </a:solidFill>
              </a:rPr>
              <a:t>[ASC|DESC])</a:t>
            </a:r>
            <a:endParaRPr lang="ja-JP" altLang="en-US" dirty="0">
              <a:solidFill>
                <a:schemeClr val="tx1"/>
              </a:solidFill>
            </a:endParaRPr>
          </a:p>
        </p:txBody>
      </p:sp>
    </p:spTree>
    <p:extLst>
      <p:ext uri="{BB962C8B-B14F-4D97-AF65-F5344CB8AC3E}">
        <p14:creationId xmlns:p14="http://schemas.microsoft.com/office/powerpoint/2010/main" val="1290015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209DCB17-2830-7093-E47B-70C05A79C0E6}"/>
              </a:ext>
            </a:extLst>
          </p:cNvPr>
          <p:cNvSpPr>
            <a:spLocks noGrp="1"/>
          </p:cNvSpPr>
          <p:nvPr>
            <p:ph type="title"/>
          </p:nvPr>
        </p:nvSpPr>
        <p:spPr>
          <a:xfrm>
            <a:off x="1065212" y="533400"/>
            <a:ext cx="8686801" cy="609600"/>
          </a:xfrm>
        </p:spPr>
        <p:txBody>
          <a:bodyPr/>
          <a:lstStyle/>
          <a:p>
            <a:r>
              <a:rPr lang="en-US" altLang="ja-JP" dirty="0"/>
              <a:t>Index</a:t>
            </a:r>
            <a:r>
              <a:rPr lang="ja-JP" altLang="en-US" dirty="0"/>
              <a:t>を使用しない場合（イメージ）</a:t>
            </a:r>
          </a:p>
        </p:txBody>
      </p:sp>
      <p:graphicFrame>
        <p:nvGraphicFramePr>
          <p:cNvPr id="7" name="コンテンツ プレースホルダー 6">
            <a:extLst>
              <a:ext uri="{FF2B5EF4-FFF2-40B4-BE49-F238E27FC236}">
                <a16:creationId xmlns:a16="http://schemas.microsoft.com/office/drawing/2014/main" id="{E7D1782B-846F-9E90-BDCD-EBE1D2D6633B}"/>
              </a:ext>
            </a:extLst>
          </p:cNvPr>
          <p:cNvGraphicFramePr>
            <a:graphicFrameLocks noGrp="1"/>
          </p:cNvGraphicFramePr>
          <p:nvPr>
            <p:ph idx="1"/>
            <p:extLst>
              <p:ext uri="{D42A27DB-BD31-4B8C-83A1-F6EECF244321}">
                <p14:modId xmlns:p14="http://schemas.microsoft.com/office/powerpoint/2010/main" val="3923271619"/>
              </p:ext>
            </p:extLst>
          </p:nvPr>
        </p:nvGraphicFramePr>
        <p:xfrm>
          <a:off x="1065213" y="1828800"/>
          <a:ext cx="3048000" cy="482092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1312751584"/>
                    </a:ext>
                  </a:extLst>
                </a:gridCol>
                <a:gridCol w="1524000">
                  <a:extLst>
                    <a:ext uri="{9D8B030D-6E8A-4147-A177-3AD203B41FA5}">
                      <a16:colId xmlns:a16="http://schemas.microsoft.com/office/drawing/2014/main" val="3105187355"/>
                    </a:ext>
                  </a:extLst>
                </a:gridCol>
              </a:tblGrid>
              <a:tr h="370840">
                <a:tc>
                  <a:txBody>
                    <a:bodyPr/>
                    <a:lstStyle/>
                    <a:p>
                      <a:r>
                        <a:rPr kumimoji="1" lang="ja-JP" altLang="en-US" dirty="0"/>
                        <a:t>従業員</a:t>
                      </a:r>
                      <a:r>
                        <a:rPr kumimoji="1" lang="en-US" altLang="ja-JP" dirty="0"/>
                        <a:t>ID</a:t>
                      </a:r>
                      <a:endParaRPr kumimoji="1" lang="ja-JP" altLang="en-US" dirty="0"/>
                    </a:p>
                  </a:txBody>
                  <a:tcPr/>
                </a:tc>
                <a:tc>
                  <a:txBody>
                    <a:bodyPr/>
                    <a:lstStyle/>
                    <a:p>
                      <a:r>
                        <a:rPr kumimoji="1" lang="ja-JP" altLang="en-US" dirty="0"/>
                        <a:t>名前</a:t>
                      </a:r>
                    </a:p>
                  </a:txBody>
                  <a:tcPr/>
                </a:tc>
                <a:extLst>
                  <a:ext uri="{0D108BD9-81ED-4DB2-BD59-A6C34878D82A}">
                    <a16:rowId xmlns:a16="http://schemas.microsoft.com/office/drawing/2014/main" val="3628771501"/>
                  </a:ext>
                </a:extLst>
              </a:tr>
              <a:tr h="370840">
                <a:tc>
                  <a:txBody>
                    <a:bodyPr/>
                    <a:lstStyle/>
                    <a:p>
                      <a:r>
                        <a:rPr kumimoji="1" lang="en-US" altLang="ja-JP" dirty="0"/>
                        <a:t>1</a:t>
                      </a:r>
                      <a:endParaRPr kumimoji="1" lang="ja-JP" altLang="en-US" dirty="0"/>
                    </a:p>
                  </a:txBody>
                  <a:tcPr/>
                </a:tc>
                <a:tc>
                  <a:txBody>
                    <a:bodyPr/>
                    <a:lstStyle/>
                    <a:p>
                      <a:r>
                        <a:rPr kumimoji="1" lang="ja-JP" altLang="en-US" dirty="0"/>
                        <a:t>佐藤</a:t>
                      </a:r>
                    </a:p>
                  </a:txBody>
                  <a:tcPr/>
                </a:tc>
                <a:extLst>
                  <a:ext uri="{0D108BD9-81ED-4DB2-BD59-A6C34878D82A}">
                    <a16:rowId xmlns:a16="http://schemas.microsoft.com/office/drawing/2014/main" val="2008074417"/>
                  </a:ext>
                </a:extLst>
              </a:tr>
              <a:tr h="370840">
                <a:tc>
                  <a:txBody>
                    <a:bodyPr/>
                    <a:lstStyle/>
                    <a:p>
                      <a:r>
                        <a:rPr kumimoji="1" lang="en-US" altLang="ja-JP" dirty="0"/>
                        <a:t>2</a:t>
                      </a:r>
                      <a:endParaRPr kumimoji="1" lang="ja-JP" altLang="en-US" dirty="0"/>
                    </a:p>
                  </a:txBody>
                  <a:tcPr/>
                </a:tc>
                <a:tc>
                  <a:txBody>
                    <a:bodyPr/>
                    <a:lstStyle/>
                    <a:p>
                      <a:r>
                        <a:rPr kumimoji="1" lang="ja-JP" altLang="en-US" dirty="0"/>
                        <a:t>鈴木</a:t>
                      </a:r>
                    </a:p>
                  </a:txBody>
                  <a:tcPr/>
                </a:tc>
                <a:extLst>
                  <a:ext uri="{0D108BD9-81ED-4DB2-BD59-A6C34878D82A}">
                    <a16:rowId xmlns:a16="http://schemas.microsoft.com/office/drawing/2014/main" val="917544901"/>
                  </a:ext>
                </a:extLst>
              </a:tr>
              <a:tr h="370840">
                <a:tc>
                  <a:txBody>
                    <a:bodyPr/>
                    <a:lstStyle/>
                    <a:p>
                      <a:r>
                        <a:rPr kumimoji="1" lang="en-US" altLang="ja-JP" dirty="0"/>
                        <a:t>3</a:t>
                      </a:r>
                      <a:endParaRPr kumimoji="1" lang="ja-JP" altLang="en-US" dirty="0"/>
                    </a:p>
                  </a:txBody>
                  <a:tcPr/>
                </a:tc>
                <a:tc>
                  <a:txBody>
                    <a:bodyPr/>
                    <a:lstStyle/>
                    <a:p>
                      <a:r>
                        <a:rPr kumimoji="1" lang="ja-JP" altLang="en-US" dirty="0"/>
                        <a:t>高橋</a:t>
                      </a:r>
                    </a:p>
                  </a:txBody>
                  <a:tcPr/>
                </a:tc>
                <a:extLst>
                  <a:ext uri="{0D108BD9-81ED-4DB2-BD59-A6C34878D82A}">
                    <a16:rowId xmlns:a16="http://schemas.microsoft.com/office/drawing/2014/main" val="2640253945"/>
                  </a:ext>
                </a:extLst>
              </a:tr>
              <a:tr h="370840">
                <a:tc>
                  <a:txBody>
                    <a:bodyPr/>
                    <a:lstStyle/>
                    <a:p>
                      <a:r>
                        <a:rPr kumimoji="1" lang="en-US" altLang="ja-JP" dirty="0"/>
                        <a:t>4</a:t>
                      </a:r>
                      <a:endParaRPr kumimoji="1" lang="ja-JP" altLang="en-US" dirty="0"/>
                    </a:p>
                  </a:txBody>
                  <a:tcPr/>
                </a:tc>
                <a:tc>
                  <a:txBody>
                    <a:bodyPr/>
                    <a:lstStyle/>
                    <a:p>
                      <a:r>
                        <a:rPr kumimoji="1" lang="ja-JP" altLang="en-US" dirty="0"/>
                        <a:t>田中</a:t>
                      </a:r>
                    </a:p>
                  </a:txBody>
                  <a:tcPr/>
                </a:tc>
                <a:extLst>
                  <a:ext uri="{0D108BD9-81ED-4DB2-BD59-A6C34878D82A}">
                    <a16:rowId xmlns:a16="http://schemas.microsoft.com/office/drawing/2014/main" val="4136578432"/>
                  </a:ext>
                </a:extLst>
              </a:tr>
              <a:tr h="370840">
                <a:tc>
                  <a:txBody>
                    <a:bodyPr/>
                    <a:lstStyle/>
                    <a:p>
                      <a:r>
                        <a:rPr kumimoji="1" lang="en-US" altLang="ja-JP" dirty="0"/>
                        <a:t>5</a:t>
                      </a:r>
                      <a:endParaRPr kumimoji="1" lang="ja-JP" altLang="en-US" dirty="0"/>
                    </a:p>
                  </a:txBody>
                  <a:tcPr/>
                </a:tc>
                <a:tc>
                  <a:txBody>
                    <a:bodyPr/>
                    <a:lstStyle/>
                    <a:p>
                      <a:r>
                        <a:rPr kumimoji="1" lang="ja-JP" altLang="en-US" dirty="0"/>
                        <a:t>伊藤</a:t>
                      </a:r>
                    </a:p>
                  </a:txBody>
                  <a:tcPr/>
                </a:tc>
                <a:extLst>
                  <a:ext uri="{0D108BD9-81ED-4DB2-BD59-A6C34878D82A}">
                    <a16:rowId xmlns:a16="http://schemas.microsoft.com/office/drawing/2014/main" val="2540427950"/>
                  </a:ext>
                </a:extLst>
              </a:tr>
              <a:tr h="370840">
                <a:tc>
                  <a:txBody>
                    <a:bodyPr/>
                    <a:lstStyle/>
                    <a:p>
                      <a:r>
                        <a:rPr kumimoji="1" lang="en-US" altLang="ja-JP" dirty="0"/>
                        <a:t>6</a:t>
                      </a:r>
                      <a:endParaRPr kumimoji="1" lang="ja-JP" altLang="en-US" dirty="0"/>
                    </a:p>
                  </a:txBody>
                  <a:tcPr/>
                </a:tc>
                <a:tc>
                  <a:txBody>
                    <a:bodyPr/>
                    <a:lstStyle/>
                    <a:p>
                      <a:r>
                        <a:rPr kumimoji="1" lang="ja-JP" altLang="en-US" dirty="0"/>
                        <a:t>渡辺</a:t>
                      </a:r>
                    </a:p>
                  </a:txBody>
                  <a:tcPr/>
                </a:tc>
                <a:extLst>
                  <a:ext uri="{0D108BD9-81ED-4DB2-BD59-A6C34878D82A}">
                    <a16:rowId xmlns:a16="http://schemas.microsoft.com/office/drawing/2014/main" val="2312425721"/>
                  </a:ext>
                </a:extLst>
              </a:tr>
              <a:tr h="370840">
                <a:tc>
                  <a:txBody>
                    <a:bodyPr/>
                    <a:lstStyle/>
                    <a:p>
                      <a:r>
                        <a:rPr kumimoji="1" lang="en-US" altLang="ja-JP" dirty="0"/>
                        <a:t>7</a:t>
                      </a:r>
                      <a:endParaRPr kumimoji="1" lang="ja-JP" altLang="en-US" dirty="0"/>
                    </a:p>
                  </a:txBody>
                  <a:tcPr/>
                </a:tc>
                <a:tc>
                  <a:txBody>
                    <a:bodyPr/>
                    <a:lstStyle/>
                    <a:p>
                      <a:r>
                        <a:rPr kumimoji="1" lang="ja-JP" altLang="en-US" dirty="0"/>
                        <a:t>山本</a:t>
                      </a:r>
                    </a:p>
                  </a:txBody>
                  <a:tcPr/>
                </a:tc>
                <a:extLst>
                  <a:ext uri="{0D108BD9-81ED-4DB2-BD59-A6C34878D82A}">
                    <a16:rowId xmlns:a16="http://schemas.microsoft.com/office/drawing/2014/main" val="3371746295"/>
                  </a:ext>
                </a:extLst>
              </a:tr>
              <a:tr h="370840">
                <a:tc>
                  <a:txBody>
                    <a:bodyPr/>
                    <a:lstStyle/>
                    <a:p>
                      <a:r>
                        <a:rPr kumimoji="1" lang="ja-JP" altLang="en-US" dirty="0"/>
                        <a:t>・・・</a:t>
                      </a:r>
                    </a:p>
                  </a:txBody>
                  <a:tcPr/>
                </a:tc>
                <a:tc>
                  <a:txBody>
                    <a:bodyPr/>
                    <a:lstStyle/>
                    <a:p>
                      <a:endParaRPr kumimoji="1" lang="ja-JP" altLang="en-US" dirty="0"/>
                    </a:p>
                  </a:txBody>
                  <a:tcPr/>
                </a:tc>
                <a:extLst>
                  <a:ext uri="{0D108BD9-81ED-4DB2-BD59-A6C34878D82A}">
                    <a16:rowId xmlns:a16="http://schemas.microsoft.com/office/drawing/2014/main" val="1635615814"/>
                  </a:ext>
                </a:extLst>
              </a:tr>
              <a:tr h="370840">
                <a:tc>
                  <a:txBody>
                    <a:bodyPr/>
                    <a:lstStyle/>
                    <a:p>
                      <a:r>
                        <a:rPr kumimoji="1" lang="en-US" altLang="ja-JP" dirty="0"/>
                        <a:t>80</a:t>
                      </a:r>
                      <a:endParaRPr kumimoji="1" lang="ja-JP" altLang="en-US" dirty="0"/>
                    </a:p>
                  </a:txBody>
                  <a:tcPr/>
                </a:tc>
                <a:tc>
                  <a:txBody>
                    <a:bodyPr/>
                    <a:lstStyle/>
                    <a:p>
                      <a:r>
                        <a:rPr kumimoji="1" lang="ja-JP" altLang="en-US" dirty="0"/>
                        <a:t>中村</a:t>
                      </a:r>
                    </a:p>
                  </a:txBody>
                  <a:tcPr/>
                </a:tc>
                <a:extLst>
                  <a:ext uri="{0D108BD9-81ED-4DB2-BD59-A6C34878D82A}">
                    <a16:rowId xmlns:a16="http://schemas.microsoft.com/office/drawing/2014/main" val="3580780610"/>
                  </a:ext>
                </a:extLst>
              </a:tr>
              <a:tr h="370840">
                <a:tc>
                  <a:txBody>
                    <a:bodyPr/>
                    <a:lstStyle/>
                    <a:p>
                      <a:r>
                        <a:rPr kumimoji="1" lang="en-US" altLang="ja-JP" dirty="0"/>
                        <a:t>81</a:t>
                      </a:r>
                      <a:endParaRPr kumimoji="1" lang="ja-JP" altLang="en-US" dirty="0"/>
                    </a:p>
                  </a:txBody>
                  <a:tcPr/>
                </a:tc>
                <a:tc>
                  <a:txBody>
                    <a:bodyPr/>
                    <a:lstStyle/>
                    <a:p>
                      <a:r>
                        <a:rPr kumimoji="1" lang="ja-JP" altLang="en-US" dirty="0"/>
                        <a:t>小林</a:t>
                      </a:r>
                    </a:p>
                  </a:txBody>
                  <a:tcPr/>
                </a:tc>
                <a:extLst>
                  <a:ext uri="{0D108BD9-81ED-4DB2-BD59-A6C34878D82A}">
                    <a16:rowId xmlns:a16="http://schemas.microsoft.com/office/drawing/2014/main" val="1088536086"/>
                  </a:ext>
                </a:extLst>
              </a:tr>
              <a:tr h="370840">
                <a:tc>
                  <a:txBody>
                    <a:bodyPr/>
                    <a:lstStyle/>
                    <a:p>
                      <a:r>
                        <a:rPr kumimoji="1" lang="en-US" altLang="ja-JP" dirty="0"/>
                        <a:t>82</a:t>
                      </a:r>
                      <a:endParaRPr kumimoji="1" lang="ja-JP" altLang="en-US" dirty="0"/>
                    </a:p>
                  </a:txBody>
                  <a:tcPr/>
                </a:tc>
                <a:tc>
                  <a:txBody>
                    <a:bodyPr/>
                    <a:lstStyle/>
                    <a:p>
                      <a:r>
                        <a:rPr kumimoji="1" lang="ja-JP" altLang="en-US" dirty="0"/>
                        <a:t>加藤</a:t>
                      </a:r>
                    </a:p>
                  </a:txBody>
                  <a:tcPr/>
                </a:tc>
                <a:extLst>
                  <a:ext uri="{0D108BD9-81ED-4DB2-BD59-A6C34878D82A}">
                    <a16:rowId xmlns:a16="http://schemas.microsoft.com/office/drawing/2014/main" val="3334680135"/>
                  </a:ext>
                </a:extLst>
              </a:tr>
              <a:tr h="370840">
                <a:tc>
                  <a:txBody>
                    <a:bodyPr/>
                    <a:lstStyle/>
                    <a:p>
                      <a:r>
                        <a:rPr kumimoji="1" lang="ja-JP" altLang="en-US" dirty="0"/>
                        <a:t>・・・</a:t>
                      </a:r>
                    </a:p>
                  </a:txBody>
                  <a:tcPr/>
                </a:tc>
                <a:tc>
                  <a:txBody>
                    <a:bodyPr/>
                    <a:lstStyle/>
                    <a:p>
                      <a:endParaRPr kumimoji="1" lang="ja-JP" altLang="en-US" dirty="0"/>
                    </a:p>
                  </a:txBody>
                  <a:tcPr/>
                </a:tc>
                <a:extLst>
                  <a:ext uri="{0D108BD9-81ED-4DB2-BD59-A6C34878D82A}">
                    <a16:rowId xmlns:a16="http://schemas.microsoft.com/office/drawing/2014/main" val="30507749"/>
                  </a:ext>
                </a:extLst>
              </a:tr>
            </a:tbl>
          </a:graphicData>
        </a:graphic>
      </p:graphicFrame>
      <p:sp>
        <p:nvSpPr>
          <p:cNvPr id="8" name="正方形/長方形 7">
            <a:extLst>
              <a:ext uri="{FF2B5EF4-FFF2-40B4-BE49-F238E27FC236}">
                <a16:creationId xmlns:a16="http://schemas.microsoft.com/office/drawing/2014/main" id="{90534B47-CE78-04DA-DB9A-77F44EF667E3}"/>
              </a:ext>
            </a:extLst>
          </p:cNvPr>
          <p:cNvSpPr/>
          <p:nvPr/>
        </p:nvSpPr>
        <p:spPr>
          <a:xfrm>
            <a:off x="4750243" y="1856792"/>
            <a:ext cx="2971800" cy="1447800"/>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dirty="0">
                <a:solidFill>
                  <a:schemeClr val="tx1"/>
                </a:solidFill>
              </a:rPr>
              <a:t>Select *</a:t>
            </a:r>
          </a:p>
          <a:p>
            <a:r>
              <a:rPr kumimoji="1" lang="en-US" altLang="ja-JP" dirty="0">
                <a:solidFill>
                  <a:schemeClr val="tx1"/>
                </a:solidFill>
              </a:rPr>
              <a:t>From employees</a:t>
            </a:r>
          </a:p>
          <a:p>
            <a:r>
              <a:rPr kumimoji="1" lang="en-US" altLang="ja-JP" dirty="0">
                <a:solidFill>
                  <a:schemeClr val="tx1"/>
                </a:solidFill>
              </a:rPr>
              <a:t>Where </a:t>
            </a:r>
            <a:r>
              <a:rPr kumimoji="1" lang="en-US" altLang="ja-JP" dirty="0" err="1">
                <a:solidFill>
                  <a:schemeClr val="tx1"/>
                </a:solidFill>
              </a:rPr>
              <a:t>employee_id</a:t>
            </a:r>
            <a:r>
              <a:rPr kumimoji="1" lang="en-US" altLang="ja-JP" dirty="0">
                <a:solidFill>
                  <a:schemeClr val="tx1"/>
                </a:solidFill>
              </a:rPr>
              <a:t> = 80</a:t>
            </a:r>
            <a:endParaRPr kumimoji="1" lang="ja-JP" altLang="en-US" dirty="0">
              <a:solidFill>
                <a:schemeClr val="tx1"/>
              </a:solidFill>
            </a:endParaRPr>
          </a:p>
        </p:txBody>
      </p:sp>
      <p:sp>
        <p:nvSpPr>
          <p:cNvPr id="9" name="テキスト ボックス 8">
            <a:extLst>
              <a:ext uri="{FF2B5EF4-FFF2-40B4-BE49-F238E27FC236}">
                <a16:creationId xmlns:a16="http://schemas.microsoft.com/office/drawing/2014/main" id="{3F82C82D-27C5-1D3E-799D-8ED9428B6020}"/>
              </a:ext>
            </a:extLst>
          </p:cNvPr>
          <p:cNvSpPr txBox="1"/>
          <p:nvPr/>
        </p:nvSpPr>
        <p:spPr>
          <a:xfrm>
            <a:off x="4674011" y="3545254"/>
            <a:ext cx="5617243" cy="923330"/>
          </a:xfrm>
          <a:prstGeom prst="rect">
            <a:avLst/>
          </a:prstGeom>
          <a:noFill/>
        </p:spPr>
        <p:txBody>
          <a:bodyPr wrap="none" rtlCol="0">
            <a:spAutoFit/>
          </a:bodyPr>
          <a:lstStyle/>
          <a:p>
            <a:r>
              <a:rPr kumimoji="1" lang="ja-JP" altLang="en-US" dirty="0"/>
              <a:t>例えば上記の条件で検索した場合、</a:t>
            </a:r>
            <a:endParaRPr kumimoji="1" lang="en-US" altLang="ja-JP" dirty="0"/>
          </a:p>
          <a:p>
            <a:r>
              <a:rPr kumimoji="1" lang="ja-JP" altLang="en-US" dirty="0"/>
              <a:t>上から</a:t>
            </a:r>
            <a:r>
              <a:rPr kumimoji="1" lang="en-US" altLang="ja-JP" dirty="0"/>
              <a:t>id</a:t>
            </a:r>
            <a:r>
              <a:rPr kumimoji="1" lang="ja-JP" altLang="en-US" dirty="0"/>
              <a:t>が</a:t>
            </a:r>
            <a:r>
              <a:rPr kumimoji="1" lang="en-US" altLang="ja-JP" dirty="0"/>
              <a:t>80</a:t>
            </a:r>
            <a:r>
              <a:rPr kumimoji="1" lang="ja-JP" altLang="en-US" dirty="0"/>
              <a:t>と等しいか評価していく必要がある。</a:t>
            </a:r>
            <a:endParaRPr kumimoji="1" lang="en-US" altLang="ja-JP" dirty="0"/>
          </a:p>
          <a:p>
            <a:r>
              <a:rPr kumimoji="1" lang="ja-JP" altLang="en-US" dirty="0"/>
              <a:t>今回は</a:t>
            </a:r>
            <a:r>
              <a:rPr kumimoji="1" lang="en-US" altLang="ja-JP" dirty="0"/>
              <a:t>80</a:t>
            </a:r>
            <a:r>
              <a:rPr kumimoji="1" lang="ja-JP" altLang="en-US" dirty="0"/>
              <a:t>回比較して見つけられた。</a:t>
            </a:r>
          </a:p>
        </p:txBody>
      </p:sp>
      <p:sp>
        <p:nvSpPr>
          <p:cNvPr id="10" name="矢印: 下 9">
            <a:extLst>
              <a:ext uri="{FF2B5EF4-FFF2-40B4-BE49-F238E27FC236}">
                <a16:creationId xmlns:a16="http://schemas.microsoft.com/office/drawing/2014/main" id="{EBF80015-C0C6-EE23-30AA-F01BA57E4820}"/>
              </a:ext>
            </a:extLst>
          </p:cNvPr>
          <p:cNvSpPr/>
          <p:nvPr/>
        </p:nvSpPr>
        <p:spPr>
          <a:xfrm>
            <a:off x="4189412" y="2057400"/>
            <a:ext cx="484632" cy="30480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488924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1F526-0989-FF45-1FE0-4A1590715637}"/>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1139F940-5ACE-E0E9-3E23-844BCB0B5119}"/>
              </a:ext>
            </a:extLst>
          </p:cNvPr>
          <p:cNvSpPr>
            <a:spLocks noGrp="1"/>
          </p:cNvSpPr>
          <p:nvPr>
            <p:ph type="title"/>
          </p:nvPr>
        </p:nvSpPr>
        <p:spPr>
          <a:xfrm>
            <a:off x="1065212" y="533400"/>
            <a:ext cx="8686801" cy="609600"/>
          </a:xfrm>
        </p:spPr>
        <p:txBody>
          <a:bodyPr/>
          <a:lstStyle/>
          <a:p>
            <a:r>
              <a:rPr lang="en-US" altLang="ja-JP" dirty="0"/>
              <a:t>Index</a:t>
            </a:r>
            <a:r>
              <a:rPr lang="ja-JP" altLang="en-US" dirty="0"/>
              <a:t>を使用する場合（イメージ）</a:t>
            </a:r>
          </a:p>
        </p:txBody>
      </p:sp>
      <p:sp>
        <p:nvSpPr>
          <p:cNvPr id="8" name="正方形/長方形 7">
            <a:extLst>
              <a:ext uri="{FF2B5EF4-FFF2-40B4-BE49-F238E27FC236}">
                <a16:creationId xmlns:a16="http://schemas.microsoft.com/office/drawing/2014/main" id="{C2B79C0B-C33A-C29B-7EFD-06BC2721E50D}"/>
              </a:ext>
            </a:extLst>
          </p:cNvPr>
          <p:cNvSpPr/>
          <p:nvPr/>
        </p:nvSpPr>
        <p:spPr>
          <a:xfrm>
            <a:off x="8823705" y="1856792"/>
            <a:ext cx="2971800" cy="1447800"/>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dirty="0">
                <a:solidFill>
                  <a:schemeClr val="tx1"/>
                </a:solidFill>
              </a:rPr>
              <a:t>Select *</a:t>
            </a:r>
          </a:p>
          <a:p>
            <a:r>
              <a:rPr kumimoji="1" lang="en-US" altLang="ja-JP" dirty="0">
                <a:solidFill>
                  <a:schemeClr val="tx1"/>
                </a:solidFill>
              </a:rPr>
              <a:t>From employees</a:t>
            </a:r>
          </a:p>
          <a:p>
            <a:r>
              <a:rPr kumimoji="1" lang="en-US" altLang="ja-JP" dirty="0">
                <a:solidFill>
                  <a:schemeClr val="tx1"/>
                </a:solidFill>
              </a:rPr>
              <a:t>Where </a:t>
            </a:r>
            <a:r>
              <a:rPr kumimoji="1" lang="en-US" altLang="ja-JP" dirty="0" err="1">
                <a:solidFill>
                  <a:schemeClr val="tx1"/>
                </a:solidFill>
              </a:rPr>
              <a:t>employee_id</a:t>
            </a:r>
            <a:r>
              <a:rPr kumimoji="1" lang="en-US" altLang="ja-JP" dirty="0">
                <a:solidFill>
                  <a:schemeClr val="tx1"/>
                </a:solidFill>
              </a:rPr>
              <a:t> = 8</a:t>
            </a:r>
            <a:endParaRPr kumimoji="1" lang="ja-JP" altLang="en-US" dirty="0">
              <a:solidFill>
                <a:schemeClr val="tx1"/>
              </a:solidFill>
            </a:endParaRPr>
          </a:p>
        </p:txBody>
      </p:sp>
      <p:sp>
        <p:nvSpPr>
          <p:cNvPr id="9" name="テキスト ボックス 8">
            <a:extLst>
              <a:ext uri="{FF2B5EF4-FFF2-40B4-BE49-F238E27FC236}">
                <a16:creationId xmlns:a16="http://schemas.microsoft.com/office/drawing/2014/main" id="{914E319B-45F7-C9C5-CE4F-F5F294EF5B8D}"/>
              </a:ext>
            </a:extLst>
          </p:cNvPr>
          <p:cNvSpPr txBox="1"/>
          <p:nvPr/>
        </p:nvSpPr>
        <p:spPr>
          <a:xfrm>
            <a:off x="8822206" y="3506763"/>
            <a:ext cx="2262158" cy="369332"/>
          </a:xfrm>
          <a:prstGeom prst="rect">
            <a:avLst/>
          </a:prstGeom>
          <a:noFill/>
        </p:spPr>
        <p:txBody>
          <a:bodyPr wrap="none" rtlCol="0">
            <a:spAutoFit/>
          </a:bodyPr>
          <a:lstStyle/>
          <a:p>
            <a:r>
              <a:rPr kumimoji="1" lang="ja-JP" altLang="en-US" dirty="0"/>
              <a:t>全部比べなくて済む</a:t>
            </a:r>
          </a:p>
        </p:txBody>
      </p:sp>
      <p:sp>
        <p:nvSpPr>
          <p:cNvPr id="10" name="矢印: 下 9">
            <a:extLst>
              <a:ext uri="{FF2B5EF4-FFF2-40B4-BE49-F238E27FC236}">
                <a16:creationId xmlns:a16="http://schemas.microsoft.com/office/drawing/2014/main" id="{3481D118-53F9-84B0-5623-D315CB7A64C8}"/>
              </a:ext>
            </a:extLst>
          </p:cNvPr>
          <p:cNvSpPr/>
          <p:nvPr/>
        </p:nvSpPr>
        <p:spPr>
          <a:xfrm>
            <a:off x="8262874" y="2057400"/>
            <a:ext cx="484632" cy="30480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BB4C4439-17E9-E166-BA29-1564361678E9}"/>
              </a:ext>
            </a:extLst>
          </p:cNvPr>
          <p:cNvSpPr/>
          <p:nvPr/>
        </p:nvSpPr>
        <p:spPr>
          <a:xfrm>
            <a:off x="1887421" y="2057400"/>
            <a:ext cx="935356"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30,60</a:t>
            </a:r>
            <a:endParaRPr kumimoji="1" lang="ja-JP" altLang="en-US" dirty="0"/>
          </a:p>
        </p:txBody>
      </p:sp>
      <p:sp>
        <p:nvSpPr>
          <p:cNvPr id="6" name="正方形/長方形 5">
            <a:extLst>
              <a:ext uri="{FF2B5EF4-FFF2-40B4-BE49-F238E27FC236}">
                <a16:creationId xmlns:a16="http://schemas.microsoft.com/office/drawing/2014/main" id="{D8D45B7C-BF2E-61AC-6E43-4AF232F6B9F3}"/>
              </a:ext>
            </a:extLst>
          </p:cNvPr>
          <p:cNvSpPr/>
          <p:nvPr/>
        </p:nvSpPr>
        <p:spPr>
          <a:xfrm>
            <a:off x="1907603" y="2743200"/>
            <a:ext cx="915173"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40,50</a:t>
            </a:r>
            <a:endParaRPr kumimoji="1" lang="ja-JP" altLang="en-US" dirty="0"/>
          </a:p>
        </p:txBody>
      </p:sp>
      <p:graphicFrame>
        <p:nvGraphicFramePr>
          <p:cNvPr id="13" name="コンテンツ プレースホルダー 6">
            <a:extLst>
              <a:ext uri="{FF2B5EF4-FFF2-40B4-BE49-F238E27FC236}">
                <a16:creationId xmlns:a16="http://schemas.microsoft.com/office/drawing/2014/main" id="{01346B61-CCDE-B441-304A-DB8C9D463D3D}"/>
              </a:ext>
            </a:extLst>
          </p:cNvPr>
          <p:cNvGraphicFramePr>
            <a:graphicFrameLocks/>
          </p:cNvGraphicFramePr>
          <p:nvPr>
            <p:extLst>
              <p:ext uri="{D42A27DB-BD31-4B8C-83A1-F6EECF244321}">
                <p14:modId xmlns:p14="http://schemas.microsoft.com/office/powerpoint/2010/main" val="1970638863"/>
              </p:ext>
            </p:extLst>
          </p:nvPr>
        </p:nvGraphicFramePr>
        <p:xfrm>
          <a:off x="5176775" y="1781879"/>
          <a:ext cx="3048000" cy="482092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1312751584"/>
                    </a:ext>
                  </a:extLst>
                </a:gridCol>
                <a:gridCol w="1524000">
                  <a:extLst>
                    <a:ext uri="{9D8B030D-6E8A-4147-A177-3AD203B41FA5}">
                      <a16:colId xmlns:a16="http://schemas.microsoft.com/office/drawing/2014/main" val="3105187355"/>
                    </a:ext>
                  </a:extLst>
                </a:gridCol>
              </a:tblGrid>
              <a:tr h="370840">
                <a:tc>
                  <a:txBody>
                    <a:bodyPr/>
                    <a:lstStyle/>
                    <a:p>
                      <a:r>
                        <a:rPr kumimoji="1" lang="ja-JP" altLang="en-US" dirty="0"/>
                        <a:t>従業員</a:t>
                      </a:r>
                      <a:r>
                        <a:rPr kumimoji="1" lang="en-US" altLang="ja-JP" dirty="0"/>
                        <a:t>ID</a:t>
                      </a:r>
                      <a:endParaRPr kumimoji="1" lang="ja-JP" altLang="en-US" dirty="0"/>
                    </a:p>
                  </a:txBody>
                  <a:tcPr/>
                </a:tc>
                <a:tc>
                  <a:txBody>
                    <a:bodyPr/>
                    <a:lstStyle/>
                    <a:p>
                      <a:r>
                        <a:rPr kumimoji="1" lang="ja-JP" altLang="en-US" dirty="0"/>
                        <a:t>名前</a:t>
                      </a:r>
                    </a:p>
                  </a:txBody>
                  <a:tcPr/>
                </a:tc>
                <a:extLst>
                  <a:ext uri="{0D108BD9-81ED-4DB2-BD59-A6C34878D82A}">
                    <a16:rowId xmlns:a16="http://schemas.microsoft.com/office/drawing/2014/main" val="3628771501"/>
                  </a:ext>
                </a:extLst>
              </a:tr>
              <a:tr h="370840">
                <a:tc>
                  <a:txBody>
                    <a:bodyPr/>
                    <a:lstStyle/>
                    <a:p>
                      <a:r>
                        <a:rPr kumimoji="1" lang="en-US" altLang="ja-JP" dirty="0"/>
                        <a:t>1</a:t>
                      </a:r>
                      <a:endParaRPr kumimoji="1" lang="ja-JP" altLang="en-US" dirty="0"/>
                    </a:p>
                  </a:txBody>
                  <a:tcPr/>
                </a:tc>
                <a:tc>
                  <a:txBody>
                    <a:bodyPr/>
                    <a:lstStyle/>
                    <a:p>
                      <a:r>
                        <a:rPr kumimoji="1" lang="ja-JP" altLang="en-US" dirty="0"/>
                        <a:t>佐藤</a:t>
                      </a:r>
                    </a:p>
                  </a:txBody>
                  <a:tcPr/>
                </a:tc>
                <a:extLst>
                  <a:ext uri="{0D108BD9-81ED-4DB2-BD59-A6C34878D82A}">
                    <a16:rowId xmlns:a16="http://schemas.microsoft.com/office/drawing/2014/main" val="2008074417"/>
                  </a:ext>
                </a:extLst>
              </a:tr>
              <a:tr h="370840">
                <a:tc>
                  <a:txBody>
                    <a:bodyPr/>
                    <a:lstStyle/>
                    <a:p>
                      <a:r>
                        <a:rPr kumimoji="1" lang="en-US" altLang="ja-JP" dirty="0"/>
                        <a:t>2</a:t>
                      </a:r>
                      <a:endParaRPr kumimoji="1" lang="ja-JP" altLang="en-US" dirty="0"/>
                    </a:p>
                  </a:txBody>
                  <a:tcPr/>
                </a:tc>
                <a:tc>
                  <a:txBody>
                    <a:bodyPr/>
                    <a:lstStyle/>
                    <a:p>
                      <a:r>
                        <a:rPr kumimoji="1" lang="ja-JP" altLang="en-US" dirty="0"/>
                        <a:t>鈴木</a:t>
                      </a:r>
                    </a:p>
                  </a:txBody>
                  <a:tcPr/>
                </a:tc>
                <a:extLst>
                  <a:ext uri="{0D108BD9-81ED-4DB2-BD59-A6C34878D82A}">
                    <a16:rowId xmlns:a16="http://schemas.microsoft.com/office/drawing/2014/main" val="917544901"/>
                  </a:ext>
                </a:extLst>
              </a:tr>
              <a:tr h="370840">
                <a:tc>
                  <a:txBody>
                    <a:bodyPr/>
                    <a:lstStyle/>
                    <a:p>
                      <a:r>
                        <a:rPr kumimoji="1" lang="en-US" altLang="ja-JP" dirty="0"/>
                        <a:t>3</a:t>
                      </a:r>
                      <a:endParaRPr kumimoji="1" lang="ja-JP" altLang="en-US" dirty="0"/>
                    </a:p>
                  </a:txBody>
                  <a:tcPr/>
                </a:tc>
                <a:tc>
                  <a:txBody>
                    <a:bodyPr/>
                    <a:lstStyle/>
                    <a:p>
                      <a:r>
                        <a:rPr kumimoji="1" lang="ja-JP" altLang="en-US" dirty="0"/>
                        <a:t>高橋</a:t>
                      </a:r>
                    </a:p>
                  </a:txBody>
                  <a:tcPr/>
                </a:tc>
                <a:extLst>
                  <a:ext uri="{0D108BD9-81ED-4DB2-BD59-A6C34878D82A}">
                    <a16:rowId xmlns:a16="http://schemas.microsoft.com/office/drawing/2014/main" val="2640253945"/>
                  </a:ext>
                </a:extLst>
              </a:tr>
              <a:tr h="370840">
                <a:tc>
                  <a:txBody>
                    <a:bodyPr/>
                    <a:lstStyle/>
                    <a:p>
                      <a:r>
                        <a:rPr kumimoji="1" lang="en-US" altLang="ja-JP" dirty="0"/>
                        <a:t>4</a:t>
                      </a:r>
                      <a:endParaRPr kumimoji="1" lang="ja-JP" altLang="en-US" dirty="0"/>
                    </a:p>
                  </a:txBody>
                  <a:tcPr/>
                </a:tc>
                <a:tc>
                  <a:txBody>
                    <a:bodyPr/>
                    <a:lstStyle/>
                    <a:p>
                      <a:r>
                        <a:rPr kumimoji="1" lang="ja-JP" altLang="en-US" dirty="0"/>
                        <a:t>田中</a:t>
                      </a:r>
                    </a:p>
                  </a:txBody>
                  <a:tcPr/>
                </a:tc>
                <a:extLst>
                  <a:ext uri="{0D108BD9-81ED-4DB2-BD59-A6C34878D82A}">
                    <a16:rowId xmlns:a16="http://schemas.microsoft.com/office/drawing/2014/main" val="4136578432"/>
                  </a:ext>
                </a:extLst>
              </a:tr>
              <a:tr h="370840">
                <a:tc>
                  <a:txBody>
                    <a:bodyPr/>
                    <a:lstStyle/>
                    <a:p>
                      <a:r>
                        <a:rPr kumimoji="1" lang="en-US" altLang="ja-JP" dirty="0"/>
                        <a:t>5</a:t>
                      </a:r>
                      <a:endParaRPr kumimoji="1" lang="ja-JP" altLang="en-US" dirty="0"/>
                    </a:p>
                  </a:txBody>
                  <a:tcPr/>
                </a:tc>
                <a:tc>
                  <a:txBody>
                    <a:bodyPr/>
                    <a:lstStyle/>
                    <a:p>
                      <a:r>
                        <a:rPr kumimoji="1" lang="ja-JP" altLang="en-US" dirty="0"/>
                        <a:t>伊藤</a:t>
                      </a:r>
                    </a:p>
                  </a:txBody>
                  <a:tcPr/>
                </a:tc>
                <a:extLst>
                  <a:ext uri="{0D108BD9-81ED-4DB2-BD59-A6C34878D82A}">
                    <a16:rowId xmlns:a16="http://schemas.microsoft.com/office/drawing/2014/main" val="2540427950"/>
                  </a:ext>
                </a:extLst>
              </a:tr>
              <a:tr h="370840">
                <a:tc>
                  <a:txBody>
                    <a:bodyPr/>
                    <a:lstStyle/>
                    <a:p>
                      <a:r>
                        <a:rPr kumimoji="1" lang="en-US" altLang="ja-JP" dirty="0"/>
                        <a:t>6</a:t>
                      </a:r>
                      <a:endParaRPr kumimoji="1" lang="ja-JP" altLang="en-US" dirty="0"/>
                    </a:p>
                  </a:txBody>
                  <a:tcPr/>
                </a:tc>
                <a:tc>
                  <a:txBody>
                    <a:bodyPr/>
                    <a:lstStyle/>
                    <a:p>
                      <a:r>
                        <a:rPr kumimoji="1" lang="ja-JP" altLang="en-US" dirty="0"/>
                        <a:t>渡辺</a:t>
                      </a:r>
                    </a:p>
                  </a:txBody>
                  <a:tcPr/>
                </a:tc>
                <a:extLst>
                  <a:ext uri="{0D108BD9-81ED-4DB2-BD59-A6C34878D82A}">
                    <a16:rowId xmlns:a16="http://schemas.microsoft.com/office/drawing/2014/main" val="2312425721"/>
                  </a:ext>
                </a:extLst>
              </a:tr>
              <a:tr h="370840">
                <a:tc>
                  <a:txBody>
                    <a:bodyPr/>
                    <a:lstStyle/>
                    <a:p>
                      <a:r>
                        <a:rPr kumimoji="1" lang="en-US" altLang="ja-JP" dirty="0"/>
                        <a:t>7</a:t>
                      </a:r>
                      <a:endParaRPr kumimoji="1" lang="ja-JP" altLang="en-US" dirty="0"/>
                    </a:p>
                  </a:txBody>
                  <a:tcPr/>
                </a:tc>
                <a:tc>
                  <a:txBody>
                    <a:bodyPr/>
                    <a:lstStyle/>
                    <a:p>
                      <a:r>
                        <a:rPr kumimoji="1" lang="ja-JP" altLang="en-US" dirty="0"/>
                        <a:t>山本</a:t>
                      </a:r>
                    </a:p>
                  </a:txBody>
                  <a:tcPr/>
                </a:tc>
                <a:extLst>
                  <a:ext uri="{0D108BD9-81ED-4DB2-BD59-A6C34878D82A}">
                    <a16:rowId xmlns:a16="http://schemas.microsoft.com/office/drawing/2014/main" val="3371746295"/>
                  </a:ext>
                </a:extLst>
              </a:tr>
              <a:tr h="370840">
                <a:tc>
                  <a:txBody>
                    <a:bodyPr/>
                    <a:lstStyle/>
                    <a:p>
                      <a:r>
                        <a:rPr kumimoji="1" lang="ja-JP" altLang="en-US" dirty="0"/>
                        <a:t>・・・</a:t>
                      </a:r>
                    </a:p>
                  </a:txBody>
                  <a:tcPr/>
                </a:tc>
                <a:tc>
                  <a:txBody>
                    <a:bodyPr/>
                    <a:lstStyle/>
                    <a:p>
                      <a:endParaRPr kumimoji="1" lang="ja-JP" altLang="en-US" dirty="0"/>
                    </a:p>
                  </a:txBody>
                  <a:tcPr/>
                </a:tc>
                <a:extLst>
                  <a:ext uri="{0D108BD9-81ED-4DB2-BD59-A6C34878D82A}">
                    <a16:rowId xmlns:a16="http://schemas.microsoft.com/office/drawing/2014/main" val="1635615814"/>
                  </a:ext>
                </a:extLst>
              </a:tr>
              <a:tr h="370840">
                <a:tc>
                  <a:txBody>
                    <a:bodyPr/>
                    <a:lstStyle/>
                    <a:p>
                      <a:r>
                        <a:rPr kumimoji="1" lang="en-US" altLang="ja-JP" dirty="0"/>
                        <a:t>80</a:t>
                      </a:r>
                      <a:endParaRPr kumimoji="1" lang="ja-JP" altLang="en-US" dirty="0"/>
                    </a:p>
                  </a:txBody>
                  <a:tcPr/>
                </a:tc>
                <a:tc>
                  <a:txBody>
                    <a:bodyPr/>
                    <a:lstStyle/>
                    <a:p>
                      <a:r>
                        <a:rPr kumimoji="1" lang="ja-JP" altLang="en-US" dirty="0"/>
                        <a:t>中村</a:t>
                      </a:r>
                    </a:p>
                  </a:txBody>
                  <a:tcPr/>
                </a:tc>
                <a:extLst>
                  <a:ext uri="{0D108BD9-81ED-4DB2-BD59-A6C34878D82A}">
                    <a16:rowId xmlns:a16="http://schemas.microsoft.com/office/drawing/2014/main" val="3580780610"/>
                  </a:ext>
                </a:extLst>
              </a:tr>
              <a:tr h="370840">
                <a:tc>
                  <a:txBody>
                    <a:bodyPr/>
                    <a:lstStyle/>
                    <a:p>
                      <a:r>
                        <a:rPr kumimoji="1" lang="en-US" altLang="ja-JP" dirty="0"/>
                        <a:t>81</a:t>
                      </a:r>
                      <a:endParaRPr kumimoji="1" lang="ja-JP" altLang="en-US" dirty="0"/>
                    </a:p>
                  </a:txBody>
                  <a:tcPr/>
                </a:tc>
                <a:tc>
                  <a:txBody>
                    <a:bodyPr/>
                    <a:lstStyle/>
                    <a:p>
                      <a:r>
                        <a:rPr kumimoji="1" lang="ja-JP" altLang="en-US" dirty="0"/>
                        <a:t>小林</a:t>
                      </a:r>
                    </a:p>
                  </a:txBody>
                  <a:tcPr/>
                </a:tc>
                <a:extLst>
                  <a:ext uri="{0D108BD9-81ED-4DB2-BD59-A6C34878D82A}">
                    <a16:rowId xmlns:a16="http://schemas.microsoft.com/office/drawing/2014/main" val="1088536086"/>
                  </a:ext>
                </a:extLst>
              </a:tr>
              <a:tr h="370840">
                <a:tc>
                  <a:txBody>
                    <a:bodyPr/>
                    <a:lstStyle/>
                    <a:p>
                      <a:r>
                        <a:rPr kumimoji="1" lang="en-US" altLang="ja-JP" dirty="0"/>
                        <a:t>82</a:t>
                      </a:r>
                      <a:endParaRPr kumimoji="1" lang="ja-JP" altLang="en-US" dirty="0"/>
                    </a:p>
                  </a:txBody>
                  <a:tcPr/>
                </a:tc>
                <a:tc>
                  <a:txBody>
                    <a:bodyPr/>
                    <a:lstStyle/>
                    <a:p>
                      <a:r>
                        <a:rPr kumimoji="1" lang="ja-JP" altLang="en-US" dirty="0"/>
                        <a:t>加藤</a:t>
                      </a:r>
                    </a:p>
                  </a:txBody>
                  <a:tcPr/>
                </a:tc>
                <a:extLst>
                  <a:ext uri="{0D108BD9-81ED-4DB2-BD59-A6C34878D82A}">
                    <a16:rowId xmlns:a16="http://schemas.microsoft.com/office/drawing/2014/main" val="3334680135"/>
                  </a:ext>
                </a:extLst>
              </a:tr>
              <a:tr h="370840">
                <a:tc>
                  <a:txBody>
                    <a:bodyPr/>
                    <a:lstStyle/>
                    <a:p>
                      <a:r>
                        <a:rPr kumimoji="1" lang="ja-JP" altLang="en-US" dirty="0"/>
                        <a:t>・・・</a:t>
                      </a:r>
                    </a:p>
                  </a:txBody>
                  <a:tcPr/>
                </a:tc>
                <a:tc>
                  <a:txBody>
                    <a:bodyPr/>
                    <a:lstStyle/>
                    <a:p>
                      <a:endParaRPr kumimoji="1" lang="ja-JP" altLang="en-US" dirty="0"/>
                    </a:p>
                  </a:txBody>
                  <a:tcPr/>
                </a:tc>
                <a:extLst>
                  <a:ext uri="{0D108BD9-81ED-4DB2-BD59-A6C34878D82A}">
                    <a16:rowId xmlns:a16="http://schemas.microsoft.com/office/drawing/2014/main" val="850522671"/>
                  </a:ext>
                </a:extLst>
              </a:tr>
            </a:tbl>
          </a:graphicData>
        </a:graphic>
      </p:graphicFrame>
      <p:sp>
        <p:nvSpPr>
          <p:cNvPr id="14" name="正方形/長方形 13">
            <a:extLst>
              <a:ext uri="{FF2B5EF4-FFF2-40B4-BE49-F238E27FC236}">
                <a16:creationId xmlns:a16="http://schemas.microsoft.com/office/drawing/2014/main" id="{FABF5356-791E-BECC-1007-5FEA3F7D429A}"/>
              </a:ext>
            </a:extLst>
          </p:cNvPr>
          <p:cNvSpPr/>
          <p:nvPr/>
        </p:nvSpPr>
        <p:spPr>
          <a:xfrm>
            <a:off x="836612" y="2743200"/>
            <a:ext cx="935356"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10,20</a:t>
            </a:r>
            <a:endParaRPr kumimoji="1" lang="ja-JP" altLang="en-US" dirty="0"/>
          </a:p>
        </p:txBody>
      </p:sp>
      <p:sp>
        <p:nvSpPr>
          <p:cNvPr id="15" name="正方形/長方形 14">
            <a:extLst>
              <a:ext uri="{FF2B5EF4-FFF2-40B4-BE49-F238E27FC236}">
                <a16:creationId xmlns:a16="http://schemas.microsoft.com/office/drawing/2014/main" id="{02B122A7-13F0-2B3A-6798-FB3761D951E5}"/>
              </a:ext>
            </a:extLst>
          </p:cNvPr>
          <p:cNvSpPr/>
          <p:nvPr/>
        </p:nvSpPr>
        <p:spPr>
          <a:xfrm>
            <a:off x="2964119" y="2744755"/>
            <a:ext cx="1161847"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70,80,90</a:t>
            </a:r>
            <a:endParaRPr kumimoji="1" lang="ja-JP" altLang="en-US" dirty="0"/>
          </a:p>
        </p:txBody>
      </p:sp>
      <p:sp>
        <p:nvSpPr>
          <p:cNvPr id="16" name="正方形/長方形 15">
            <a:extLst>
              <a:ext uri="{FF2B5EF4-FFF2-40B4-BE49-F238E27FC236}">
                <a16:creationId xmlns:a16="http://schemas.microsoft.com/office/drawing/2014/main" id="{B6607DCD-5E4A-6606-4DA9-2ECDE470179C}"/>
              </a:ext>
            </a:extLst>
          </p:cNvPr>
          <p:cNvSpPr/>
          <p:nvPr/>
        </p:nvSpPr>
        <p:spPr>
          <a:xfrm>
            <a:off x="3503612" y="3352800"/>
            <a:ext cx="852289"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83,86</a:t>
            </a:r>
            <a:endParaRPr kumimoji="1" lang="ja-JP" altLang="en-US" dirty="0"/>
          </a:p>
        </p:txBody>
      </p:sp>
      <p:sp>
        <p:nvSpPr>
          <p:cNvPr id="17" name="正方形/長方形 16">
            <a:extLst>
              <a:ext uri="{FF2B5EF4-FFF2-40B4-BE49-F238E27FC236}">
                <a16:creationId xmlns:a16="http://schemas.microsoft.com/office/drawing/2014/main" id="{1C142E1B-B35C-3183-1FC8-483D8FC14FFE}"/>
              </a:ext>
            </a:extLst>
          </p:cNvPr>
          <p:cNvSpPr/>
          <p:nvPr/>
        </p:nvSpPr>
        <p:spPr>
          <a:xfrm>
            <a:off x="2822776" y="4953000"/>
            <a:ext cx="521808"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80</a:t>
            </a:r>
            <a:endParaRPr kumimoji="1" lang="ja-JP" altLang="en-US" dirty="0"/>
          </a:p>
        </p:txBody>
      </p:sp>
      <p:sp>
        <p:nvSpPr>
          <p:cNvPr id="22" name="テキスト ボックス 21">
            <a:extLst>
              <a:ext uri="{FF2B5EF4-FFF2-40B4-BE49-F238E27FC236}">
                <a16:creationId xmlns:a16="http://schemas.microsoft.com/office/drawing/2014/main" id="{E0F04843-9B07-81EA-9E73-9010EF7C54AE}"/>
              </a:ext>
            </a:extLst>
          </p:cNvPr>
          <p:cNvSpPr txBox="1"/>
          <p:nvPr/>
        </p:nvSpPr>
        <p:spPr>
          <a:xfrm>
            <a:off x="3464200" y="3911472"/>
            <a:ext cx="931112" cy="369332"/>
          </a:xfrm>
          <a:prstGeom prst="rect">
            <a:avLst/>
          </a:prstGeom>
          <a:noFill/>
        </p:spPr>
        <p:txBody>
          <a:bodyPr wrap="square" rtlCol="0">
            <a:spAutoFit/>
          </a:bodyPr>
          <a:lstStyle/>
          <a:p>
            <a:r>
              <a:rPr kumimoji="1" lang="ja-JP" altLang="en-US" dirty="0"/>
              <a:t>・・・</a:t>
            </a:r>
          </a:p>
        </p:txBody>
      </p:sp>
      <p:cxnSp>
        <p:nvCxnSpPr>
          <p:cNvPr id="24" name="直線矢印コネクタ 23">
            <a:extLst>
              <a:ext uri="{FF2B5EF4-FFF2-40B4-BE49-F238E27FC236}">
                <a16:creationId xmlns:a16="http://schemas.microsoft.com/office/drawing/2014/main" id="{2BE2B0E1-7021-E466-BD87-44178E40DE07}"/>
              </a:ext>
            </a:extLst>
          </p:cNvPr>
          <p:cNvCxnSpPr>
            <a:stCxn id="22" idx="2"/>
            <a:endCxn id="17" idx="0"/>
          </p:cNvCxnSpPr>
          <p:nvPr/>
        </p:nvCxnSpPr>
        <p:spPr>
          <a:xfrm flipH="1">
            <a:off x="3083680" y="4280804"/>
            <a:ext cx="846076" cy="6721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正方形/長方形 25">
            <a:extLst>
              <a:ext uri="{FF2B5EF4-FFF2-40B4-BE49-F238E27FC236}">
                <a16:creationId xmlns:a16="http://schemas.microsoft.com/office/drawing/2014/main" id="{B03C6643-B953-A855-6EFB-946B371B47C3}"/>
              </a:ext>
            </a:extLst>
          </p:cNvPr>
          <p:cNvSpPr/>
          <p:nvPr/>
        </p:nvSpPr>
        <p:spPr>
          <a:xfrm>
            <a:off x="3629214" y="4953000"/>
            <a:ext cx="521808"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81</a:t>
            </a:r>
            <a:endParaRPr kumimoji="1" lang="ja-JP" altLang="en-US" dirty="0"/>
          </a:p>
        </p:txBody>
      </p:sp>
      <p:sp>
        <p:nvSpPr>
          <p:cNvPr id="29" name="テキスト ボックス 28">
            <a:extLst>
              <a:ext uri="{FF2B5EF4-FFF2-40B4-BE49-F238E27FC236}">
                <a16:creationId xmlns:a16="http://schemas.microsoft.com/office/drawing/2014/main" id="{12B1FD75-22CB-201A-7959-7E3AEC403C49}"/>
              </a:ext>
            </a:extLst>
          </p:cNvPr>
          <p:cNvSpPr txBox="1"/>
          <p:nvPr/>
        </p:nvSpPr>
        <p:spPr>
          <a:xfrm>
            <a:off x="4145221" y="4996934"/>
            <a:ext cx="931112" cy="369332"/>
          </a:xfrm>
          <a:prstGeom prst="rect">
            <a:avLst/>
          </a:prstGeom>
          <a:noFill/>
        </p:spPr>
        <p:txBody>
          <a:bodyPr wrap="square" rtlCol="0">
            <a:spAutoFit/>
          </a:bodyPr>
          <a:lstStyle/>
          <a:p>
            <a:r>
              <a:rPr kumimoji="1" lang="ja-JP" altLang="en-US" dirty="0"/>
              <a:t>・・・</a:t>
            </a:r>
          </a:p>
        </p:txBody>
      </p:sp>
      <p:cxnSp>
        <p:nvCxnSpPr>
          <p:cNvPr id="31" name="直線矢印コネクタ 30">
            <a:extLst>
              <a:ext uri="{FF2B5EF4-FFF2-40B4-BE49-F238E27FC236}">
                <a16:creationId xmlns:a16="http://schemas.microsoft.com/office/drawing/2014/main" id="{F40B21C4-A088-7D74-95ED-FDB5525698E2}"/>
              </a:ext>
            </a:extLst>
          </p:cNvPr>
          <p:cNvCxnSpPr>
            <a:stCxn id="2" idx="2"/>
            <a:endCxn id="15" idx="0"/>
          </p:cNvCxnSpPr>
          <p:nvPr/>
        </p:nvCxnSpPr>
        <p:spPr>
          <a:xfrm>
            <a:off x="2355099" y="2514600"/>
            <a:ext cx="1189944" cy="2301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直線矢印コネクタ 32">
            <a:extLst>
              <a:ext uri="{FF2B5EF4-FFF2-40B4-BE49-F238E27FC236}">
                <a16:creationId xmlns:a16="http://schemas.microsoft.com/office/drawing/2014/main" id="{47B6E5FB-5DC8-3E18-F004-BFECE2C8862C}"/>
              </a:ext>
            </a:extLst>
          </p:cNvPr>
          <p:cNvCxnSpPr>
            <a:stCxn id="15" idx="2"/>
            <a:endCxn id="16" idx="0"/>
          </p:cNvCxnSpPr>
          <p:nvPr/>
        </p:nvCxnSpPr>
        <p:spPr>
          <a:xfrm>
            <a:off x="3545043" y="3201955"/>
            <a:ext cx="384714" cy="1508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吹き出し: 角を丸めた四角形 33">
            <a:extLst>
              <a:ext uri="{FF2B5EF4-FFF2-40B4-BE49-F238E27FC236}">
                <a16:creationId xmlns:a16="http://schemas.microsoft.com/office/drawing/2014/main" id="{A92AC90C-EB60-B2A9-7C8C-61DC6EC0A537}"/>
              </a:ext>
            </a:extLst>
          </p:cNvPr>
          <p:cNvSpPr/>
          <p:nvPr/>
        </p:nvSpPr>
        <p:spPr>
          <a:xfrm>
            <a:off x="2665412" y="1730217"/>
            <a:ext cx="2279826" cy="276447"/>
          </a:xfrm>
          <a:prstGeom prst="wedgeRoundRectCallout">
            <a:avLst>
              <a:gd name="adj1" fmla="val -33111"/>
              <a:gd name="adj2" fmla="val 221134"/>
              <a:gd name="adj3" fmla="val 1666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rPr>
              <a:t>80</a:t>
            </a:r>
            <a:r>
              <a:rPr kumimoji="1" lang="ja-JP" altLang="en-US" sz="1000" dirty="0">
                <a:solidFill>
                  <a:schemeClr val="tx1"/>
                </a:solidFill>
              </a:rPr>
              <a:t>は</a:t>
            </a:r>
            <a:r>
              <a:rPr kumimoji="1" lang="en-US" altLang="ja-JP" sz="1000" dirty="0">
                <a:solidFill>
                  <a:schemeClr val="tx1"/>
                </a:solidFill>
              </a:rPr>
              <a:t>60</a:t>
            </a:r>
            <a:r>
              <a:rPr kumimoji="1" lang="ja-JP" altLang="en-US" sz="1000" dirty="0">
                <a:solidFill>
                  <a:schemeClr val="tx1"/>
                </a:solidFill>
              </a:rPr>
              <a:t>より大きいから右のノード</a:t>
            </a:r>
          </a:p>
        </p:txBody>
      </p:sp>
      <p:sp>
        <p:nvSpPr>
          <p:cNvPr id="35" name="矢印: 上 34">
            <a:extLst>
              <a:ext uri="{FF2B5EF4-FFF2-40B4-BE49-F238E27FC236}">
                <a16:creationId xmlns:a16="http://schemas.microsoft.com/office/drawing/2014/main" id="{7E7D9831-6F58-7625-4182-EA0DACFEC6B3}"/>
              </a:ext>
            </a:extLst>
          </p:cNvPr>
          <p:cNvSpPr/>
          <p:nvPr/>
        </p:nvSpPr>
        <p:spPr>
          <a:xfrm rot="5400000">
            <a:off x="4017175" y="4552994"/>
            <a:ext cx="256090" cy="1758347"/>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吹き出し: 角を丸めた四角形 36">
            <a:extLst>
              <a:ext uri="{FF2B5EF4-FFF2-40B4-BE49-F238E27FC236}">
                <a16:creationId xmlns:a16="http://schemas.microsoft.com/office/drawing/2014/main" id="{50D54E6C-7088-D37D-0DA2-6DDD9D43F1E9}"/>
              </a:ext>
            </a:extLst>
          </p:cNvPr>
          <p:cNvSpPr/>
          <p:nvPr/>
        </p:nvSpPr>
        <p:spPr>
          <a:xfrm>
            <a:off x="1366305" y="5693037"/>
            <a:ext cx="2279826" cy="276447"/>
          </a:xfrm>
          <a:prstGeom prst="wedgeRoundRectCallout">
            <a:avLst>
              <a:gd name="adj1" fmla="val 21731"/>
              <a:gd name="adj2" fmla="val -116385"/>
              <a:gd name="adj3" fmla="val 1666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rPr>
              <a:t>ID</a:t>
            </a:r>
            <a:r>
              <a:rPr kumimoji="1" lang="ja-JP" altLang="en-US" sz="1000" dirty="0">
                <a:solidFill>
                  <a:schemeClr val="tx1"/>
                </a:solidFill>
              </a:rPr>
              <a:t>が</a:t>
            </a:r>
            <a:r>
              <a:rPr kumimoji="1" lang="en-US" altLang="ja-JP" sz="1000" dirty="0">
                <a:solidFill>
                  <a:schemeClr val="tx1"/>
                </a:solidFill>
              </a:rPr>
              <a:t>80</a:t>
            </a:r>
            <a:r>
              <a:rPr kumimoji="1" lang="ja-JP" altLang="en-US" sz="1000" dirty="0">
                <a:solidFill>
                  <a:schemeClr val="tx1"/>
                </a:solidFill>
              </a:rPr>
              <a:t>の行の住所を持ってる</a:t>
            </a:r>
          </a:p>
        </p:txBody>
      </p:sp>
      <p:sp>
        <p:nvSpPr>
          <p:cNvPr id="38" name="テキスト ボックス 37">
            <a:extLst>
              <a:ext uri="{FF2B5EF4-FFF2-40B4-BE49-F238E27FC236}">
                <a16:creationId xmlns:a16="http://schemas.microsoft.com/office/drawing/2014/main" id="{C3E475D0-1313-C103-8603-0366332420EE}"/>
              </a:ext>
            </a:extLst>
          </p:cNvPr>
          <p:cNvSpPr txBox="1"/>
          <p:nvPr/>
        </p:nvSpPr>
        <p:spPr>
          <a:xfrm>
            <a:off x="1010009" y="6103863"/>
            <a:ext cx="3476721" cy="369332"/>
          </a:xfrm>
          <a:prstGeom prst="rect">
            <a:avLst/>
          </a:prstGeom>
          <a:noFill/>
        </p:spPr>
        <p:txBody>
          <a:bodyPr wrap="none" rtlCol="0">
            <a:spAutoFit/>
          </a:bodyPr>
          <a:lstStyle/>
          <a:p>
            <a:r>
              <a:rPr lang="en-US" altLang="ja-JP" dirty="0"/>
              <a:t>※B+ Tree</a:t>
            </a:r>
            <a:r>
              <a:rPr lang="ja-JP" altLang="en-US" dirty="0"/>
              <a:t>の</a:t>
            </a:r>
            <a:r>
              <a:rPr lang="ja-JP" altLang="en-US" dirty="0">
                <a:highlight>
                  <a:srgbClr val="FF0000"/>
                </a:highlight>
              </a:rPr>
              <a:t>イメージ</a:t>
            </a:r>
            <a:r>
              <a:rPr lang="ja-JP" altLang="en-US" dirty="0"/>
              <a:t>になります</a:t>
            </a:r>
            <a:endParaRPr kumimoji="1" lang="ja-JP" altLang="en-US" dirty="0"/>
          </a:p>
        </p:txBody>
      </p:sp>
    </p:spTree>
    <p:extLst>
      <p:ext uri="{BB962C8B-B14F-4D97-AF65-F5344CB8AC3E}">
        <p14:creationId xmlns:p14="http://schemas.microsoft.com/office/powerpoint/2010/main" val="4242826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EC06E7-6948-A179-D195-55A98C9CFD3C}"/>
              </a:ext>
            </a:extLst>
          </p:cNvPr>
          <p:cNvSpPr>
            <a:spLocks noGrp="1"/>
          </p:cNvSpPr>
          <p:nvPr>
            <p:ph type="title"/>
          </p:nvPr>
        </p:nvSpPr>
        <p:spPr>
          <a:xfrm>
            <a:off x="1065212" y="533400"/>
            <a:ext cx="8686801" cy="457200"/>
          </a:xfrm>
        </p:spPr>
        <p:txBody>
          <a:bodyPr>
            <a:normAutofit/>
          </a:bodyPr>
          <a:lstStyle/>
          <a:p>
            <a:r>
              <a:rPr kumimoji="1" lang="ja-JP" altLang="en-US" sz="2800" dirty="0"/>
              <a:t>複合</a:t>
            </a:r>
            <a:r>
              <a:rPr kumimoji="1" lang="en-US" altLang="ja-JP" sz="2800" dirty="0"/>
              <a:t>index</a:t>
            </a:r>
            <a:endParaRPr kumimoji="1" lang="ja-JP" altLang="en-US" sz="2800" dirty="0"/>
          </a:p>
        </p:txBody>
      </p:sp>
      <p:sp>
        <p:nvSpPr>
          <p:cNvPr id="4" name="正方形/長方形 3">
            <a:extLst>
              <a:ext uri="{FF2B5EF4-FFF2-40B4-BE49-F238E27FC236}">
                <a16:creationId xmlns:a16="http://schemas.microsoft.com/office/drawing/2014/main" id="{906EB744-999F-3F97-2878-797A7D5F2979}"/>
              </a:ext>
            </a:extLst>
          </p:cNvPr>
          <p:cNvSpPr/>
          <p:nvPr/>
        </p:nvSpPr>
        <p:spPr>
          <a:xfrm>
            <a:off x="1065212" y="1447800"/>
            <a:ext cx="9829800" cy="685800"/>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CREATE INDEX </a:t>
            </a:r>
            <a:r>
              <a:rPr lang="ja-JP" altLang="en-US" dirty="0">
                <a:solidFill>
                  <a:schemeClr val="tx1"/>
                </a:solidFill>
              </a:rPr>
              <a:t>インデックス名 </a:t>
            </a:r>
            <a:r>
              <a:rPr lang="en-US" altLang="ja-JP" dirty="0">
                <a:solidFill>
                  <a:schemeClr val="tx1"/>
                </a:solidFill>
              </a:rPr>
              <a:t>ON </a:t>
            </a:r>
            <a:r>
              <a:rPr lang="ja-JP" altLang="en-US" dirty="0">
                <a:solidFill>
                  <a:schemeClr val="tx1"/>
                </a:solidFill>
              </a:rPr>
              <a:t>テーブル名</a:t>
            </a:r>
            <a:r>
              <a:rPr lang="en-US" altLang="ja-JP" dirty="0">
                <a:solidFill>
                  <a:schemeClr val="tx1"/>
                </a:solidFill>
              </a:rPr>
              <a:t> (</a:t>
            </a:r>
            <a:r>
              <a:rPr lang="ja-JP" altLang="en-US" dirty="0">
                <a:solidFill>
                  <a:schemeClr val="tx1"/>
                </a:solidFill>
              </a:rPr>
              <a:t>列名</a:t>
            </a:r>
            <a:r>
              <a:rPr lang="en-US" altLang="ja-JP" dirty="0">
                <a:solidFill>
                  <a:schemeClr val="tx1"/>
                </a:solidFill>
              </a:rPr>
              <a:t>1 [ASC|DESC],</a:t>
            </a:r>
            <a:r>
              <a:rPr lang="ja-JP" altLang="en-US" dirty="0">
                <a:solidFill>
                  <a:schemeClr val="tx1"/>
                </a:solidFill>
              </a:rPr>
              <a:t>列名</a:t>
            </a:r>
            <a:r>
              <a:rPr lang="en-US" altLang="ja-JP" dirty="0">
                <a:solidFill>
                  <a:schemeClr val="tx1"/>
                </a:solidFill>
              </a:rPr>
              <a:t>2[ASC|DESC]</a:t>
            </a:r>
            <a:r>
              <a:rPr lang="ja-JP" altLang="en-US" dirty="0">
                <a:solidFill>
                  <a:schemeClr val="tx1"/>
                </a:solidFill>
              </a:rPr>
              <a:t>・・・</a:t>
            </a:r>
            <a:r>
              <a:rPr lang="en-US" altLang="ja-JP" dirty="0">
                <a:solidFill>
                  <a:schemeClr val="tx1"/>
                </a:solidFill>
              </a:rPr>
              <a:t>);</a:t>
            </a:r>
          </a:p>
        </p:txBody>
      </p:sp>
      <p:sp>
        <p:nvSpPr>
          <p:cNvPr id="5" name="テキスト ボックス 4">
            <a:extLst>
              <a:ext uri="{FF2B5EF4-FFF2-40B4-BE49-F238E27FC236}">
                <a16:creationId xmlns:a16="http://schemas.microsoft.com/office/drawing/2014/main" id="{657B3FC0-AD95-FE33-19AA-E3EE6EB760E1}"/>
              </a:ext>
            </a:extLst>
          </p:cNvPr>
          <p:cNvSpPr txBox="1"/>
          <p:nvPr/>
        </p:nvSpPr>
        <p:spPr>
          <a:xfrm>
            <a:off x="531812" y="2514600"/>
            <a:ext cx="11726287" cy="1754326"/>
          </a:xfrm>
          <a:prstGeom prst="rect">
            <a:avLst/>
          </a:prstGeom>
          <a:noFill/>
        </p:spPr>
        <p:txBody>
          <a:bodyPr wrap="none" rtlCol="0">
            <a:spAutoFit/>
          </a:bodyPr>
          <a:lstStyle/>
          <a:p>
            <a:r>
              <a:rPr lang="ja-JP" altLang="en-US" dirty="0">
                <a:latin typeface="+mn-ea"/>
              </a:rPr>
              <a:t>複合</a:t>
            </a:r>
            <a:r>
              <a:rPr lang="en-US" altLang="ja-JP" dirty="0">
                <a:latin typeface="+mn-ea"/>
              </a:rPr>
              <a:t>index</a:t>
            </a:r>
            <a:r>
              <a:rPr lang="ja-JP" altLang="en-US" dirty="0">
                <a:latin typeface="+mn-ea"/>
              </a:rPr>
              <a:t>を使うには検索条件に注意が必要</a:t>
            </a:r>
            <a:endParaRPr lang="en-US" altLang="ja-JP" dirty="0">
              <a:latin typeface="+mn-ea"/>
            </a:endParaRPr>
          </a:p>
          <a:p>
            <a:endParaRPr lang="en-US" altLang="ja-JP" dirty="0">
              <a:latin typeface="+mn-ea"/>
            </a:endParaRPr>
          </a:p>
          <a:p>
            <a:r>
              <a:rPr lang="ja-JP" altLang="en-US" dirty="0">
                <a:latin typeface="+mn-ea"/>
              </a:rPr>
              <a:t>例えば複合インデックス</a:t>
            </a:r>
            <a:r>
              <a:rPr lang="en-US" altLang="ja-JP" dirty="0">
                <a:latin typeface="+mn-ea"/>
              </a:rPr>
              <a:t>(A, B, C)</a:t>
            </a:r>
            <a:r>
              <a:rPr lang="ja-JP" altLang="en-US" dirty="0">
                <a:latin typeface="+mn-ea"/>
              </a:rPr>
              <a:t>は、、、</a:t>
            </a:r>
            <a:br>
              <a:rPr lang="en-US" altLang="ja-JP" dirty="0">
                <a:latin typeface="+mn-ea"/>
              </a:rPr>
            </a:br>
            <a:r>
              <a:rPr lang="en-US" altLang="ja-JP" dirty="0">
                <a:latin typeface="+mn-ea"/>
              </a:rPr>
              <a:t>(A)</a:t>
            </a:r>
            <a:r>
              <a:rPr lang="ja-JP" altLang="en-US" dirty="0">
                <a:latin typeface="+mn-ea"/>
              </a:rPr>
              <a:t>、</a:t>
            </a:r>
            <a:r>
              <a:rPr lang="en-US" altLang="ja-JP" dirty="0">
                <a:latin typeface="+mn-ea"/>
              </a:rPr>
              <a:t>(A, B)</a:t>
            </a:r>
            <a:r>
              <a:rPr lang="ja-JP" altLang="en-US" dirty="0">
                <a:latin typeface="+mn-ea"/>
              </a:rPr>
              <a:t>といった</a:t>
            </a:r>
            <a:r>
              <a:rPr lang="ja-JP" altLang="en-US" b="1" dirty="0">
                <a:latin typeface="+mn-ea"/>
              </a:rPr>
              <a:t>先頭からの列の組み合わせ</a:t>
            </a:r>
            <a:r>
              <a:rPr lang="ja-JP" altLang="en-US" dirty="0">
                <a:latin typeface="+mn-ea"/>
              </a:rPr>
              <a:t>での検索条件でも利用される。</a:t>
            </a:r>
            <a:br>
              <a:rPr lang="en-US" altLang="ja-JP" dirty="0">
                <a:latin typeface="+mn-ea"/>
              </a:rPr>
            </a:br>
            <a:r>
              <a:rPr lang="ja-JP" altLang="en-US" dirty="0">
                <a:latin typeface="+mn-ea"/>
              </a:rPr>
              <a:t>しかし、</a:t>
            </a:r>
            <a:r>
              <a:rPr lang="en-US" altLang="ja-JP" dirty="0">
                <a:latin typeface="+mn-ea"/>
              </a:rPr>
              <a:t>(B, C)</a:t>
            </a:r>
            <a:r>
              <a:rPr lang="ja-JP" altLang="en-US" dirty="0">
                <a:latin typeface="+mn-ea"/>
              </a:rPr>
              <a:t>や</a:t>
            </a:r>
            <a:r>
              <a:rPr lang="en-US" altLang="ja-JP" dirty="0">
                <a:latin typeface="+mn-ea"/>
              </a:rPr>
              <a:t>(C)</a:t>
            </a:r>
            <a:r>
              <a:rPr lang="ja-JP" altLang="en-US" dirty="0">
                <a:latin typeface="+mn-ea"/>
              </a:rPr>
              <a:t>のみの検索では、</a:t>
            </a:r>
            <a:r>
              <a:rPr lang="en-US" altLang="ja-JP" dirty="0">
                <a:latin typeface="+mn-ea"/>
              </a:rPr>
              <a:t>B-Tree </a:t>
            </a:r>
            <a:r>
              <a:rPr lang="ja-JP" altLang="en-US" dirty="0">
                <a:latin typeface="+mn-ea"/>
              </a:rPr>
              <a:t>の先頭キーが </a:t>
            </a:r>
            <a:r>
              <a:rPr lang="en-US" altLang="ja-JP" dirty="0">
                <a:latin typeface="+mn-ea"/>
              </a:rPr>
              <a:t>B </a:t>
            </a:r>
            <a:r>
              <a:rPr lang="ja-JP" altLang="en-US" dirty="0">
                <a:latin typeface="+mn-ea"/>
              </a:rPr>
              <a:t>や </a:t>
            </a:r>
            <a:r>
              <a:rPr lang="en-US" altLang="ja-JP" dirty="0">
                <a:latin typeface="+mn-ea"/>
              </a:rPr>
              <a:t>C </a:t>
            </a:r>
            <a:r>
              <a:rPr lang="ja-JP" altLang="en-US" dirty="0">
                <a:latin typeface="+mn-ea"/>
              </a:rPr>
              <a:t>ではないため、効率的に利用されない。</a:t>
            </a:r>
            <a:br>
              <a:rPr lang="en-US" altLang="ja-JP" dirty="0">
                <a:latin typeface="+mn-ea"/>
              </a:rPr>
            </a:br>
            <a:r>
              <a:rPr lang="ja-JP" altLang="en-US" dirty="0">
                <a:latin typeface="+mn-ea"/>
              </a:rPr>
              <a:t>これは「辞書で最初の文字しか知らないのに、真ん中の文字で探すようなも</a:t>
            </a:r>
            <a:r>
              <a:rPr lang="ja-JP" altLang="en-US">
                <a:latin typeface="+mn-ea"/>
              </a:rPr>
              <a:t>の」。</a:t>
            </a:r>
            <a:endParaRPr lang="ja-JP" altLang="en-US" dirty="0">
              <a:latin typeface="+mn-ea"/>
            </a:endParaRPr>
          </a:p>
        </p:txBody>
      </p:sp>
    </p:spTree>
    <p:extLst>
      <p:ext uri="{BB962C8B-B14F-4D97-AF65-F5344CB8AC3E}">
        <p14:creationId xmlns:p14="http://schemas.microsoft.com/office/powerpoint/2010/main" val="3757570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168D3E-ED68-3ABE-6809-CA6B69F25D1A}"/>
              </a:ext>
            </a:extLst>
          </p:cNvPr>
          <p:cNvSpPr>
            <a:spLocks noGrp="1"/>
          </p:cNvSpPr>
          <p:nvPr>
            <p:ph type="title"/>
          </p:nvPr>
        </p:nvSpPr>
        <p:spPr>
          <a:xfrm>
            <a:off x="1065212" y="533400"/>
            <a:ext cx="8686801" cy="533400"/>
          </a:xfrm>
        </p:spPr>
        <p:txBody>
          <a:bodyPr>
            <a:normAutofit/>
          </a:bodyPr>
          <a:lstStyle/>
          <a:p>
            <a:r>
              <a:rPr lang="ja-JP" altLang="en-US" sz="2800" dirty="0"/>
              <a:t>インデックスをいつ使用するべきか</a:t>
            </a:r>
            <a:endParaRPr kumimoji="1" lang="ja-JP" altLang="en-US" sz="2800" dirty="0"/>
          </a:p>
        </p:txBody>
      </p:sp>
      <p:sp>
        <p:nvSpPr>
          <p:cNvPr id="3" name="コンテンツ プレースホルダー 2">
            <a:extLst>
              <a:ext uri="{FF2B5EF4-FFF2-40B4-BE49-F238E27FC236}">
                <a16:creationId xmlns:a16="http://schemas.microsoft.com/office/drawing/2014/main" id="{91F092C2-4C25-725D-CD96-3F014E28961A}"/>
              </a:ext>
            </a:extLst>
          </p:cNvPr>
          <p:cNvSpPr>
            <a:spLocks noGrp="1"/>
          </p:cNvSpPr>
          <p:nvPr>
            <p:ph idx="1"/>
          </p:nvPr>
        </p:nvSpPr>
        <p:spPr>
          <a:xfrm>
            <a:off x="1065212" y="1219200"/>
            <a:ext cx="8686801" cy="4800600"/>
          </a:xfrm>
        </p:spPr>
        <p:txBody>
          <a:bodyPr/>
          <a:lstStyle/>
          <a:p>
            <a:r>
              <a:rPr lang="ja-JP" altLang="en-US" dirty="0">
                <a:solidFill>
                  <a:schemeClr val="tx1"/>
                </a:solidFill>
              </a:rPr>
              <a:t>大規模なテーブル</a:t>
            </a:r>
            <a:br>
              <a:rPr lang="en-US" altLang="ja-JP" dirty="0">
                <a:solidFill>
                  <a:schemeClr val="tx1"/>
                </a:solidFill>
              </a:rPr>
            </a:br>
            <a:r>
              <a:rPr lang="ja-JP" altLang="en-US" dirty="0">
                <a:solidFill>
                  <a:schemeClr val="tx1"/>
                </a:solidFill>
              </a:rPr>
              <a:t>⇒データ件数が</a:t>
            </a:r>
            <a:r>
              <a:rPr lang="en-US" altLang="ja-JP" dirty="0">
                <a:solidFill>
                  <a:schemeClr val="tx1"/>
                </a:solidFill>
              </a:rPr>
              <a:t>1</a:t>
            </a:r>
            <a:r>
              <a:rPr lang="ja-JP" altLang="en-US" dirty="0">
                <a:solidFill>
                  <a:schemeClr val="tx1"/>
                </a:solidFill>
              </a:rPr>
              <a:t>万件以下だとあまり効果がないとされている</a:t>
            </a:r>
          </a:p>
          <a:p>
            <a:r>
              <a:rPr lang="ja-JP" altLang="en-US" dirty="0">
                <a:solidFill>
                  <a:schemeClr val="tx1"/>
                </a:solidFill>
              </a:rPr>
              <a:t>カーディナリティの高い列</a:t>
            </a:r>
            <a:br>
              <a:rPr lang="en-US" altLang="ja-JP" dirty="0">
                <a:solidFill>
                  <a:schemeClr val="tx1"/>
                </a:solidFill>
              </a:rPr>
            </a:br>
            <a:r>
              <a:rPr lang="en-US" altLang="ja-JP" dirty="0">
                <a:solidFill>
                  <a:schemeClr val="tx1"/>
                </a:solidFill>
              </a:rPr>
              <a:t>※</a:t>
            </a:r>
            <a:r>
              <a:rPr lang="ja-JP" altLang="en-US" dirty="0">
                <a:solidFill>
                  <a:schemeClr val="tx1"/>
                </a:solidFill>
              </a:rPr>
              <a:t>カーディナリティ：データの種類</a:t>
            </a:r>
            <a:br>
              <a:rPr lang="en-US" altLang="ja-JP" dirty="0">
                <a:solidFill>
                  <a:schemeClr val="tx1"/>
                </a:solidFill>
              </a:rPr>
            </a:br>
            <a:r>
              <a:rPr lang="ja-JP" altLang="en-US" dirty="0">
                <a:solidFill>
                  <a:schemeClr val="tx1"/>
                </a:solidFill>
              </a:rPr>
              <a:t>⇒カーディナリティの低い（＝データの種類が少ない）列に</a:t>
            </a:r>
            <a:r>
              <a:rPr lang="en-US" altLang="ja-JP" dirty="0">
                <a:solidFill>
                  <a:schemeClr val="tx1"/>
                </a:solidFill>
              </a:rPr>
              <a:t>index</a:t>
            </a:r>
            <a:r>
              <a:rPr lang="ja-JP" altLang="en-US" dirty="0">
                <a:solidFill>
                  <a:schemeClr val="tx1"/>
                </a:solidFill>
              </a:rPr>
              <a:t>を作成しても効果が薄い</a:t>
            </a:r>
          </a:p>
          <a:p>
            <a:r>
              <a:rPr lang="ja-JP" altLang="en-US" dirty="0">
                <a:solidFill>
                  <a:schemeClr val="tx1"/>
                </a:solidFill>
              </a:rPr>
              <a:t>条件に使用される列</a:t>
            </a:r>
            <a:br>
              <a:rPr lang="en-US" altLang="ja-JP" dirty="0">
                <a:solidFill>
                  <a:schemeClr val="tx1"/>
                </a:solidFill>
              </a:rPr>
            </a:br>
            <a:r>
              <a:rPr lang="ja-JP" altLang="en-US" dirty="0">
                <a:solidFill>
                  <a:schemeClr val="tx1"/>
                </a:solidFill>
              </a:rPr>
              <a:t>⇒当たり前ですね</a:t>
            </a:r>
          </a:p>
          <a:p>
            <a:pPr marL="45720" indent="0">
              <a:buNone/>
            </a:pPr>
            <a:endParaRPr kumimoji="1" lang="ja-JP" altLang="en-US" dirty="0">
              <a:solidFill>
                <a:schemeClr val="tx1"/>
              </a:solidFill>
            </a:endParaRPr>
          </a:p>
        </p:txBody>
      </p:sp>
    </p:spTree>
    <p:extLst>
      <p:ext uri="{BB962C8B-B14F-4D97-AF65-F5344CB8AC3E}">
        <p14:creationId xmlns:p14="http://schemas.microsoft.com/office/powerpoint/2010/main" val="2914832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EE9E0C-E91F-DF77-A4C7-CF421EB534B7}"/>
              </a:ext>
            </a:extLst>
          </p:cNvPr>
          <p:cNvSpPr>
            <a:spLocks noGrp="1"/>
          </p:cNvSpPr>
          <p:nvPr>
            <p:ph type="title"/>
          </p:nvPr>
        </p:nvSpPr>
        <p:spPr>
          <a:xfrm>
            <a:off x="1065212" y="533400"/>
            <a:ext cx="8686801" cy="533400"/>
          </a:xfrm>
        </p:spPr>
        <p:txBody>
          <a:bodyPr>
            <a:normAutofit/>
          </a:bodyPr>
          <a:lstStyle/>
          <a:p>
            <a:r>
              <a:rPr lang="ja-JP" altLang="en-US" sz="2800" dirty="0"/>
              <a:t>インデックスを張る際の注意点</a:t>
            </a:r>
            <a:endParaRPr kumimoji="1" lang="ja-JP" altLang="en-US" sz="2800" dirty="0"/>
          </a:p>
        </p:txBody>
      </p:sp>
      <p:sp>
        <p:nvSpPr>
          <p:cNvPr id="3" name="コンテンツ プレースホルダー 2">
            <a:extLst>
              <a:ext uri="{FF2B5EF4-FFF2-40B4-BE49-F238E27FC236}">
                <a16:creationId xmlns:a16="http://schemas.microsoft.com/office/drawing/2014/main" id="{3F6E8A5A-2E84-4F42-A9C8-6072FECF3E53}"/>
              </a:ext>
            </a:extLst>
          </p:cNvPr>
          <p:cNvSpPr>
            <a:spLocks noGrp="1"/>
          </p:cNvSpPr>
          <p:nvPr>
            <p:ph idx="1"/>
          </p:nvPr>
        </p:nvSpPr>
        <p:spPr>
          <a:xfrm>
            <a:off x="1065212" y="1143000"/>
            <a:ext cx="8686801" cy="4876800"/>
          </a:xfrm>
        </p:spPr>
        <p:txBody>
          <a:bodyPr/>
          <a:lstStyle/>
          <a:p>
            <a:r>
              <a:rPr kumimoji="1" lang="ja-JP" altLang="en-US" dirty="0">
                <a:solidFill>
                  <a:schemeClr val="tx1"/>
                </a:solidFill>
              </a:rPr>
              <a:t>主キーには作成不要</a:t>
            </a:r>
            <a:br>
              <a:rPr lang="en-US" altLang="ja-JP" dirty="0">
                <a:solidFill>
                  <a:schemeClr val="tx1"/>
                </a:solidFill>
              </a:rPr>
            </a:br>
            <a:r>
              <a:rPr lang="ja-JP" altLang="en-US" dirty="0">
                <a:solidFill>
                  <a:schemeClr val="tx1"/>
                </a:solidFill>
              </a:rPr>
              <a:t>⇒</a:t>
            </a:r>
            <a:r>
              <a:rPr lang="en-US" altLang="ja-JP" dirty="0">
                <a:solidFill>
                  <a:schemeClr val="tx1"/>
                </a:solidFill>
              </a:rPr>
              <a:t>RDBMS</a:t>
            </a:r>
            <a:r>
              <a:rPr lang="ja-JP" altLang="en-US" dirty="0">
                <a:solidFill>
                  <a:schemeClr val="tx1"/>
                </a:solidFill>
              </a:rPr>
              <a:t>が勝手に</a:t>
            </a:r>
            <a:r>
              <a:rPr lang="en-US" altLang="ja-JP" dirty="0">
                <a:solidFill>
                  <a:schemeClr val="tx1"/>
                </a:solidFill>
              </a:rPr>
              <a:t>index</a:t>
            </a:r>
            <a:r>
              <a:rPr lang="ja-JP" altLang="en-US" dirty="0">
                <a:solidFill>
                  <a:schemeClr val="tx1"/>
                </a:solidFill>
              </a:rPr>
              <a:t>を作成してるため、自分で貼る必要はない</a:t>
            </a:r>
            <a:endParaRPr kumimoji="1" lang="en-US" altLang="ja-JP" dirty="0">
              <a:solidFill>
                <a:schemeClr val="tx1"/>
              </a:solidFill>
            </a:endParaRPr>
          </a:p>
          <a:p>
            <a:r>
              <a:rPr kumimoji="1" lang="ja-JP" altLang="en-US" dirty="0">
                <a:solidFill>
                  <a:schemeClr val="tx1"/>
                </a:solidFill>
              </a:rPr>
              <a:t>更新性能の劣化</a:t>
            </a:r>
            <a:br>
              <a:rPr kumimoji="1" lang="en-US" altLang="ja-JP" dirty="0">
                <a:solidFill>
                  <a:schemeClr val="tx1"/>
                </a:solidFill>
              </a:rPr>
            </a:br>
            <a:r>
              <a:rPr lang="ja-JP" altLang="en-US" dirty="0">
                <a:solidFill>
                  <a:schemeClr val="tx1"/>
                </a:solidFill>
              </a:rPr>
              <a:t>⇒テーブルを更新する度に</a:t>
            </a:r>
            <a:r>
              <a:rPr lang="en-US" altLang="ja-JP" dirty="0">
                <a:solidFill>
                  <a:schemeClr val="tx1"/>
                </a:solidFill>
              </a:rPr>
              <a:t>index</a:t>
            </a:r>
            <a:r>
              <a:rPr lang="ja-JP" altLang="en-US" dirty="0">
                <a:solidFill>
                  <a:schemeClr val="tx1"/>
                </a:solidFill>
              </a:rPr>
              <a:t>にも更新が入り、速度が落ちる</a:t>
            </a:r>
            <a:endParaRPr lang="en-US" altLang="ja-JP" dirty="0">
              <a:solidFill>
                <a:schemeClr val="tx1"/>
              </a:solidFill>
            </a:endParaRPr>
          </a:p>
          <a:p>
            <a:r>
              <a:rPr kumimoji="1" lang="ja-JP" altLang="en-US" dirty="0">
                <a:solidFill>
                  <a:schemeClr val="tx1"/>
                </a:solidFill>
              </a:rPr>
              <a:t>更新事に</a:t>
            </a:r>
            <a:r>
              <a:rPr kumimoji="1" lang="en-US" altLang="ja-JP" dirty="0">
                <a:solidFill>
                  <a:schemeClr val="tx1"/>
                </a:solidFill>
              </a:rPr>
              <a:t>index</a:t>
            </a:r>
            <a:r>
              <a:rPr lang="ja-JP" altLang="en-US" dirty="0">
                <a:solidFill>
                  <a:schemeClr val="tx1"/>
                </a:solidFill>
              </a:rPr>
              <a:t>は劣化する</a:t>
            </a:r>
            <a:br>
              <a:rPr lang="en-US" altLang="ja-JP" dirty="0">
                <a:solidFill>
                  <a:schemeClr val="tx1"/>
                </a:solidFill>
              </a:rPr>
            </a:br>
            <a:r>
              <a:rPr lang="ja-JP" altLang="en-US" dirty="0">
                <a:solidFill>
                  <a:schemeClr val="tx1"/>
                </a:solidFill>
              </a:rPr>
              <a:t>⇒更新事に</a:t>
            </a:r>
            <a:r>
              <a:rPr lang="en-US" altLang="ja-JP" dirty="0">
                <a:solidFill>
                  <a:schemeClr val="tx1"/>
                </a:solidFill>
              </a:rPr>
              <a:t>index</a:t>
            </a:r>
            <a:r>
              <a:rPr lang="ja-JP" altLang="en-US" dirty="0">
                <a:solidFill>
                  <a:schemeClr val="tx1"/>
                </a:solidFill>
              </a:rPr>
              <a:t>を増築していくため、だんだん歪になり、性能が悪くなるため、その際は再構築が必要</a:t>
            </a:r>
            <a:endParaRPr kumimoji="1" lang="en-US" altLang="ja-JP" dirty="0">
              <a:solidFill>
                <a:schemeClr val="tx1"/>
              </a:solidFill>
            </a:endParaRPr>
          </a:p>
          <a:p>
            <a:r>
              <a:rPr kumimoji="1" lang="ja-JP" altLang="en-US" dirty="0">
                <a:solidFill>
                  <a:schemeClr val="tx1"/>
                </a:solidFill>
              </a:rPr>
              <a:t>否定条件では使われない（！＜＞）</a:t>
            </a:r>
            <a:br>
              <a:rPr kumimoji="1" lang="en-US" altLang="ja-JP" dirty="0">
                <a:solidFill>
                  <a:schemeClr val="tx1"/>
                </a:solidFill>
              </a:rPr>
            </a:br>
            <a:r>
              <a:rPr kumimoji="1" lang="ja-JP" altLang="en-US" dirty="0">
                <a:solidFill>
                  <a:schemeClr val="tx1"/>
                </a:solidFill>
              </a:rPr>
              <a:t>⇒クエリが否定条件だと、結局それ以外すべてを調べる必要があるため、使われないかも</a:t>
            </a:r>
            <a:endParaRPr lang="en-US" altLang="ja-JP" dirty="0">
              <a:solidFill>
                <a:schemeClr val="tx1"/>
              </a:solidFill>
            </a:endParaRPr>
          </a:p>
          <a:p>
            <a:pPr marL="45720" indent="0">
              <a:buNone/>
            </a:pPr>
            <a:r>
              <a:rPr lang="ja-JP" altLang="en-US" sz="2400" b="1" dirty="0">
                <a:solidFill>
                  <a:schemeClr val="tx1"/>
                </a:solidFill>
              </a:rPr>
              <a:t>結論：</a:t>
            </a:r>
            <a:r>
              <a:rPr lang="ja-JP" altLang="en-US" sz="2400" u="sng" dirty="0">
                <a:solidFill>
                  <a:schemeClr val="tx1"/>
                </a:solidFill>
              </a:rPr>
              <a:t>闇雲に貼ってはいけない</a:t>
            </a:r>
            <a:endParaRPr kumimoji="1" lang="en-US" altLang="ja-JP" sz="2400" u="sng" dirty="0">
              <a:solidFill>
                <a:schemeClr val="tx1"/>
              </a:solidFill>
            </a:endParaRPr>
          </a:p>
        </p:txBody>
      </p:sp>
    </p:spTree>
    <p:extLst>
      <p:ext uri="{BB962C8B-B14F-4D97-AF65-F5344CB8AC3E}">
        <p14:creationId xmlns:p14="http://schemas.microsoft.com/office/powerpoint/2010/main" val="1580616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CF5328-9BD0-1887-1190-F0D7C5DACDC6}"/>
              </a:ext>
            </a:extLst>
          </p:cNvPr>
          <p:cNvSpPr>
            <a:spLocks noGrp="1"/>
          </p:cNvSpPr>
          <p:nvPr>
            <p:ph type="title"/>
          </p:nvPr>
        </p:nvSpPr>
        <p:spPr>
          <a:xfrm>
            <a:off x="1065212" y="533400"/>
            <a:ext cx="8686801" cy="533400"/>
          </a:xfrm>
        </p:spPr>
        <p:txBody>
          <a:bodyPr>
            <a:normAutofit/>
          </a:bodyPr>
          <a:lstStyle/>
          <a:p>
            <a:r>
              <a:rPr kumimoji="1" lang="ja-JP" altLang="en-US" sz="2800" dirty="0"/>
              <a:t>実行計画とは</a:t>
            </a:r>
          </a:p>
        </p:txBody>
      </p:sp>
      <p:sp>
        <p:nvSpPr>
          <p:cNvPr id="3" name="コンテンツ プレースホルダー 2">
            <a:extLst>
              <a:ext uri="{FF2B5EF4-FFF2-40B4-BE49-F238E27FC236}">
                <a16:creationId xmlns:a16="http://schemas.microsoft.com/office/drawing/2014/main" id="{1349BB86-FDF3-4FBE-978B-B28C716392C0}"/>
              </a:ext>
            </a:extLst>
          </p:cNvPr>
          <p:cNvSpPr>
            <a:spLocks noGrp="1"/>
          </p:cNvSpPr>
          <p:nvPr>
            <p:ph idx="1"/>
          </p:nvPr>
        </p:nvSpPr>
        <p:spPr>
          <a:xfrm>
            <a:off x="1065212" y="1066800"/>
            <a:ext cx="8686801" cy="4953000"/>
          </a:xfrm>
        </p:spPr>
        <p:txBody>
          <a:bodyPr/>
          <a:lstStyle/>
          <a:p>
            <a:pPr marL="45720" indent="0">
              <a:buNone/>
            </a:pPr>
            <a:r>
              <a:rPr kumimoji="1" lang="ja-JP" altLang="en-US" dirty="0">
                <a:solidFill>
                  <a:schemeClr val="tx1"/>
                </a:solidFill>
                <a:latin typeface="+mn-ea"/>
                <a:ea typeface="+mn-ea"/>
              </a:rPr>
              <a:t>データベースがユーザーからの</a:t>
            </a:r>
            <a:r>
              <a:rPr kumimoji="1" lang="en-US" altLang="ja-JP" dirty="0">
                <a:solidFill>
                  <a:schemeClr val="tx1"/>
                </a:solidFill>
                <a:latin typeface="+mn-ea"/>
                <a:ea typeface="+mn-ea"/>
              </a:rPr>
              <a:t>SQL</a:t>
            </a:r>
            <a:r>
              <a:rPr kumimoji="1" lang="ja-JP" altLang="en-US" dirty="0">
                <a:solidFill>
                  <a:schemeClr val="tx1"/>
                </a:solidFill>
                <a:latin typeface="+mn-ea"/>
                <a:ea typeface="+mn-ea"/>
              </a:rPr>
              <a:t>（データベースへの問い合わせ）をどのように実行するかを示す詳細な手順書。</a:t>
            </a:r>
            <a:endParaRPr kumimoji="1" lang="en-US" altLang="ja-JP" dirty="0">
              <a:solidFill>
                <a:schemeClr val="tx1"/>
              </a:solidFill>
              <a:latin typeface="+mn-ea"/>
              <a:ea typeface="+mn-ea"/>
            </a:endParaRPr>
          </a:p>
          <a:p>
            <a:pPr marL="45720" indent="0">
              <a:buNone/>
            </a:pPr>
            <a:r>
              <a:rPr lang="en-US" altLang="ja-JP" dirty="0">
                <a:solidFill>
                  <a:schemeClr val="tx1"/>
                </a:solidFill>
                <a:latin typeface="+mn-ea"/>
                <a:ea typeface="+mn-ea"/>
              </a:rPr>
              <a:t>SQL</a:t>
            </a:r>
            <a:r>
              <a:rPr lang="ja-JP" altLang="en-US" dirty="0">
                <a:solidFill>
                  <a:schemeClr val="tx1"/>
                </a:solidFill>
                <a:latin typeface="+mn-ea"/>
                <a:ea typeface="+mn-ea"/>
              </a:rPr>
              <a:t>は宣言的（</a:t>
            </a:r>
            <a:r>
              <a:rPr lang="en-US" altLang="ja-JP" dirty="0">
                <a:solidFill>
                  <a:schemeClr val="tx1"/>
                </a:solidFill>
                <a:latin typeface="+mn-ea"/>
                <a:ea typeface="+mn-ea"/>
              </a:rPr>
              <a:t>what</a:t>
            </a:r>
            <a:r>
              <a:rPr lang="ja-JP" altLang="en-US" dirty="0">
                <a:solidFill>
                  <a:schemeClr val="tx1"/>
                </a:solidFill>
                <a:latin typeface="+mn-ea"/>
                <a:ea typeface="+mn-ea"/>
              </a:rPr>
              <a:t>＝何をするか）な書き方をして、実際の処理内容はオプティマイザ統計情報に基づいて最適な実行計画を生成するため、実際にどんな処理でデータ取得しているかを見ることが必要。</a:t>
            </a:r>
            <a:endParaRPr lang="en-US" altLang="ja-JP" dirty="0">
              <a:solidFill>
                <a:schemeClr val="tx1"/>
              </a:solidFill>
              <a:latin typeface="+mn-ea"/>
              <a:ea typeface="+mn-ea"/>
            </a:endParaRPr>
          </a:p>
          <a:p>
            <a:pPr marL="45720" indent="0">
              <a:buNone/>
            </a:pPr>
            <a:r>
              <a:rPr kumimoji="1" lang="ja-JP" altLang="en-US" dirty="0">
                <a:solidFill>
                  <a:schemeClr val="tx1"/>
                </a:solidFill>
                <a:latin typeface="+mn-ea"/>
                <a:ea typeface="+mn-ea"/>
              </a:rPr>
              <a:t>そのための実行計画。</a:t>
            </a:r>
          </a:p>
        </p:txBody>
      </p:sp>
      <p:sp>
        <p:nvSpPr>
          <p:cNvPr id="4" name="テキスト ボックス 3">
            <a:extLst>
              <a:ext uri="{FF2B5EF4-FFF2-40B4-BE49-F238E27FC236}">
                <a16:creationId xmlns:a16="http://schemas.microsoft.com/office/drawing/2014/main" id="{3A39805D-94FE-21C5-2FFB-36EB40F1C339}"/>
              </a:ext>
            </a:extLst>
          </p:cNvPr>
          <p:cNvSpPr txBox="1"/>
          <p:nvPr/>
        </p:nvSpPr>
        <p:spPr>
          <a:xfrm>
            <a:off x="1141412" y="3543300"/>
            <a:ext cx="7316490" cy="2585323"/>
          </a:xfrm>
          <a:prstGeom prst="rect">
            <a:avLst/>
          </a:prstGeom>
          <a:noFill/>
        </p:spPr>
        <p:txBody>
          <a:bodyPr wrap="none" rtlCol="0">
            <a:spAutoFit/>
          </a:bodyPr>
          <a:lstStyle/>
          <a:p>
            <a:r>
              <a:rPr lang="ja-JP" altLang="en-US" dirty="0"/>
              <a:t>使用方法は</a:t>
            </a:r>
            <a:r>
              <a:rPr lang="en-US" altLang="ja-JP" dirty="0"/>
              <a:t>SQL</a:t>
            </a:r>
            <a:r>
              <a:rPr lang="ja-JP" altLang="en-US" dirty="0"/>
              <a:t>の前に</a:t>
            </a:r>
            <a:r>
              <a:rPr lang="en-US" altLang="ja-JP" dirty="0">
                <a:solidFill>
                  <a:srgbClr val="FF0000"/>
                </a:solidFill>
              </a:rPr>
              <a:t>EXPLAIN</a:t>
            </a:r>
            <a:r>
              <a:rPr lang="ja-JP" altLang="en-US" dirty="0"/>
              <a:t>を付ける。</a:t>
            </a:r>
            <a:br>
              <a:rPr lang="en-US" altLang="ja-JP" dirty="0"/>
            </a:br>
            <a:r>
              <a:rPr lang="ja-JP" altLang="en-US" dirty="0"/>
              <a:t>さらに</a:t>
            </a:r>
            <a:r>
              <a:rPr lang="en-US" altLang="ja-JP" dirty="0">
                <a:solidFill>
                  <a:srgbClr val="FF0000"/>
                </a:solidFill>
              </a:rPr>
              <a:t>ANALYZE</a:t>
            </a:r>
            <a:r>
              <a:rPr lang="ja-JP" altLang="en-US" dirty="0"/>
              <a:t>を付けると、実際の実行結果を調べることができる。</a:t>
            </a:r>
            <a:endParaRPr lang="en-US" altLang="ja-JP" dirty="0"/>
          </a:p>
          <a:p>
            <a:endParaRPr lang="en-US" altLang="ja-JP" dirty="0"/>
          </a:p>
          <a:p>
            <a:r>
              <a:rPr lang="en-US" altLang="ja-JP" dirty="0"/>
              <a:t>-- </a:t>
            </a:r>
            <a:r>
              <a:rPr lang="ja-JP" altLang="en-US" dirty="0"/>
              <a:t>推定実行計画</a:t>
            </a:r>
          </a:p>
          <a:p>
            <a:r>
              <a:rPr lang="en-US" altLang="ja-JP" dirty="0">
                <a:solidFill>
                  <a:srgbClr val="FF0000"/>
                </a:solidFill>
              </a:rPr>
              <a:t>EXPLAIN</a:t>
            </a:r>
            <a:r>
              <a:rPr lang="en-US" altLang="ja-JP" dirty="0"/>
              <a:t> SELECT * FROM products WHERE price &gt; 100;</a:t>
            </a:r>
          </a:p>
          <a:p>
            <a:br>
              <a:rPr lang="en-US" altLang="ja-JP" dirty="0"/>
            </a:br>
            <a:r>
              <a:rPr lang="en-US" altLang="ja-JP" dirty="0"/>
              <a:t>-- </a:t>
            </a:r>
            <a:r>
              <a:rPr lang="ja-JP" altLang="en-US" dirty="0"/>
              <a:t>実際の実行計画と統計情報</a:t>
            </a:r>
          </a:p>
          <a:p>
            <a:r>
              <a:rPr lang="en-US" altLang="ja-JP" dirty="0">
                <a:solidFill>
                  <a:srgbClr val="FF0000"/>
                </a:solidFill>
              </a:rPr>
              <a:t>EXPLAIN</a:t>
            </a:r>
            <a:r>
              <a:rPr lang="en-US" altLang="ja-JP" dirty="0"/>
              <a:t> </a:t>
            </a:r>
            <a:r>
              <a:rPr lang="en-US" altLang="ja-JP" dirty="0">
                <a:solidFill>
                  <a:srgbClr val="FF0000"/>
                </a:solidFill>
              </a:rPr>
              <a:t>ANALYZE</a:t>
            </a:r>
            <a:r>
              <a:rPr lang="en-US" altLang="ja-JP" dirty="0"/>
              <a:t> SELECT * FROM products WHERE price &gt; 100;</a:t>
            </a:r>
          </a:p>
          <a:p>
            <a:endParaRPr kumimoji="1" lang="ja-JP" altLang="en-US" dirty="0"/>
          </a:p>
        </p:txBody>
      </p:sp>
    </p:spTree>
    <p:extLst>
      <p:ext uri="{BB962C8B-B14F-4D97-AF65-F5344CB8AC3E}">
        <p14:creationId xmlns:p14="http://schemas.microsoft.com/office/powerpoint/2010/main" val="1847390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8A94D0-D5A8-5063-1B3D-1DF8A401C551}"/>
              </a:ext>
            </a:extLst>
          </p:cNvPr>
          <p:cNvSpPr>
            <a:spLocks noGrp="1"/>
          </p:cNvSpPr>
          <p:nvPr>
            <p:ph type="title"/>
          </p:nvPr>
        </p:nvSpPr>
        <p:spPr>
          <a:xfrm>
            <a:off x="1065212" y="533400"/>
            <a:ext cx="8686801" cy="533400"/>
          </a:xfrm>
        </p:spPr>
        <p:txBody>
          <a:bodyPr>
            <a:normAutofit/>
          </a:bodyPr>
          <a:lstStyle/>
          <a:p>
            <a:r>
              <a:rPr kumimoji="1" lang="ja-JP" altLang="en-US" sz="2800" dirty="0"/>
              <a:t>ノード</a:t>
            </a:r>
          </a:p>
        </p:txBody>
      </p:sp>
      <p:graphicFrame>
        <p:nvGraphicFramePr>
          <p:cNvPr id="4" name="表 3">
            <a:extLst>
              <a:ext uri="{FF2B5EF4-FFF2-40B4-BE49-F238E27FC236}">
                <a16:creationId xmlns:a16="http://schemas.microsoft.com/office/drawing/2014/main" id="{E9B8A2B9-0D8C-792E-E940-0CA500159DF2}"/>
              </a:ext>
            </a:extLst>
          </p:cNvPr>
          <p:cNvGraphicFramePr>
            <a:graphicFrameLocks noGrp="1"/>
          </p:cNvGraphicFramePr>
          <p:nvPr>
            <p:extLst>
              <p:ext uri="{D42A27DB-BD31-4B8C-83A1-F6EECF244321}">
                <p14:modId xmlns:p14="http://schemas.microsoft.com/office/powerpoint/2010/main" val="2207352126"/>
              </p:ext>
            </p:extLst>
          </p:nvPr>
        </p:nvGraphicFramePr>
        <p:xfrm>
          <a:off x="949340" y="1069910"/>
          <a:ext cx="10290143" cy="4084044"/>
        </p:xfrm>
        <a:graphic>
          <a:graphicData uri="http://schemas.openxmlformats.org/drawingml/2006/table">
            <a:tbl>
              <a:tblPr firstRow="1" bandRow="1">
                <a:tableStyleId>{5C22544A-7EE6-4342-B048-85BDC9FD1C3A}</a:tableStyleId>
              </a:tblPr>
              <a:tblGrid>
                <a:gridCol w="2105560">
                  <a:extLst>
                    <a:ext uri="{9D8B030D-6E8A-4147-A177-3AD203B41FA5}">
                      <a16:colId xmlns:a16="http://schemas.microsoft.com/office/drawing/2014/main" val="372105011"/>
                    </a:ext>
                  </a:extLst>
                </a:gridCol>
                <a:gridCol w="2933088">
                  <a:extLst>
                    <a:ext uri="{9D8B030D-6E8A-4147-A177-3AD203B41FA5}">
                      <a16:colId xmlns:a16="http://schemas.microsoft.com/office/drawing/2014/main" val="4283685883"/>
                    </a:ext>
                  </a:extLst>
                </a:gridCol>
                <a:gridCol w="5251495">
                  <a:extLst>
                    <a:ext uri="{9D8B030D-6E8A-4147-A177-3AD203B41FA5}">
                      <a16:colId xmlns:a16="http://schemas.microsoft.com/office/drawing/2014/main" val="2037467971"/>
                    </a:ext>
                  </a:extLst>
                </a:gridCol>
              </a:tblGrid>
              <a:tr h="355508">
                <a:tc>
                  <a:txBody>
                    <a:bodyPr/>
                    <a:lstStyle/>
                    <a:p>
                      <a:r>
                        <a:rPr kumimoji="1" lang="ja-JP" altLang="en-US" sz="1200" dirty="0"/>
                        <a:t>分類</a:t>
                      </a:r>
                    </a:p>
                  </a:txBody>
                  <a:tcPr/>
                </a:tc>
                <a:tc>
                  <a:txBody>
                    <a:bodyPr/>
                    <a:lstStyle/>
                    <a:p>
                      <a:r>
                        <a:rPr kumimoji="1" lang="ja-JP" altLang="en-US" sz="1200" dirty="0"/>
                        <a:t>ノード</a:t>
                      </a:r>
                    </a:p>
                  </a:txBody>
                  <a:tcPr/>
                </a:tc>
                <a:tc>
                  <a:txBody>
                    <a:bodyPr/>
                    <a:lstStyle/>
                    <a:p>
                      <a:endParaRPr kumimoji="1" lang="ja-JP" altLang="en-US" sz="1200"/>
                    </a:p>
                  </a:txBody>
                  <a:tcPr/>
                </a:tc>
                <a:extLst>
                  <a:ext uri="{0D108BD9-81ED-4DB2-BD59-A6C34878D82A}">
                    <a16:rowId xmlns:a16="http://schemas.microsoft.com/office/drawing/2014/main" val="3889462048"/>
                  </a:ext>
                </a:extLst>
              </a:tr>
              <a:tr h="438298">
                <a:tc>
                  <a:txBody>
                    <a:bodyPr/>
                    <a:lstStyle/>
                    <a:p>
                      <a:r>
                        <a:rPr kumimoji="1" lang="ja-JP" altLang="en-US" sz="1200" b="0" kern="1200" dirty="0">
                          <a:solidFill>
                            <a:schemeClr val="dk1"/>
                          </a:solidFill>
                          <a:effectLst/>
                          <a:latin typeface="+mn-lt"/>
                          <a:ea typeface="+mn-ea"/>
                          <a:cs typeface="+mn-cs"/>
                        </a:rPr>
                        <a:t>スキャンノード</a:t>
                      </a:r>
                      <a:br>
                        <a:rPr kumimoji="1" lang="en-US" altLang="ja-JP" sz="1200" b="0" kern="1200" dirty="0">
                          <a:solidFill>
                            <a:schemeClr val="dk1"/>
                          </a:solidFill>
                          <a:effectLst/>
                          <a:latin typeface="+mn-lt"/>
                          <a:ea typeface="+mn-ea"/>
                          <a:cs typeface="+mn-cs"/>
                        </a:rPr>
                      </a:br>
                      <a:r>
                        <a:rPr kumimoji="1" lang="ja-JP" altLang="en-US" sz="1200" b="0" kern="1200" dirty="0">
                          <a:solidFill>
                            <a:schemeClr val="dk1"/>
                          </a:solidFill>
                          <a:effectLst/>
                          <a:latin typeface="+mn-lt"/>
                          <a:ea typeface="+mn-ea"/>
                          <a:cs typeface="+mn-cs"/>
                        </a:rPr>
                        <a:t>（フルスキャン）</a:t>
                      </a:r>
                      <a:endParaRPr kumimoji="1" lang="en-US" altLang="ja-JP" sz="1200" b="0" kern="1200" dirty="0">
                        <a:solidFill>
                          <a:schemeClr val="dk1"/>
                        </a:solidFill>
                        <a:effectLst/>
                        <a:latin typeface="+mn-lt"/>
                        <a:ea typeface="+mn-ea"/>
                        <a:cs typeface="+mn-cs"/>
                      </a:endParaRPr>
                    </a:p>
                  </a:txBody>
                  <a:tcPr/>
                </a:tc>
                <a:tc>
                  <a:txBody>
                    <a:bodyPr/>
                    <a:lstStyle/>
                    <a:p>
                      <a:r>
                        <a:rPr kumimoji="1" lang="en-US" altLang="ja-JP" sz="1200" b="0" kern="1200" dirty="0">
                          <a:solidFill>
                            <a:schemeClr val="dk1"/>
                          </a:solidFill>
                          <a:effectLst/>
                          <a:latin typeface="+mn-lt"/>
                          <a:ea typeface="+mn-ea"/>
                          <a:cs typeface="+mn-cs"/>
                        </a:rPr>
                        <a:t>Seq Scan</a:t>
                      </a:r>
                    </a:p>
                  </a:txBody>
                  <a:tcPr/>
                </a:tc>
                <a:tc>
                  <a:txBody>
                    <a:bodyPr/>
                    <a:lstStyle/>
                    <a:p>
                      <a:r>
                        <a:rPr kumimoji="1" lang="ja-JP" altLang="en-US" sz="1200" dirty="0"/>
                        <a:t>全行フルスキャン</a:t>
                      </a:r>
                    </a:p>
                  </a:txBody>
                  <a:tcPr/>
                </a:tc>
                <a:extLst>
                  <a:ext uri="{0D108BD9-81ED-4DB2-BD59-A6C34878D82A}">
                    <a16:rowId xmlns:a16="http://schemas.microsoft.com/office/drawing/2014/main" val="2637545167"/>
                  </a:ext>
                </a:extLst>
              </a:tr>
              <a:tr h="355508">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dirty="0">
                          <a:solidFill>
                            <a:schemeClr val="dk1"/>
                          </a:solidFill>
                          <a:effectLst/>
                          <a:latin typeface="+mn-lt"/>
                          <a:ea typeface="+mn-ea"/>
                          <a:cs typeface="+mn-cs"/>
                        </a:rPr>
                        <a:t>スキャンノード</a:t>
                      </a:r>
                      <a:br>
                        <a:rPr kumimoji="1" lang="en-US" altLang="ja-JP" sz="1200" b="0" kern="1200" dirty="0">
                          <a:solidFill>
                            <a:schemeClr val="dk1"/>
                          </a:solidFill>
                          <a:effectLst/>
                          <a:latin typeface="+mn-lt"/>
                          <a:ea typeface="+mn-ea"/>
                          <a:cs typeface="+mn-cs"/>
                        </a:rPr>
                      </a:br>
                      <a:r>
                        <a:rPr kumimoji="1" lang="ja-JP" altLang="en-US" sz="1200" b="0" kern="1200" dirty="0">
                          <a:solidFill>
                            <a:schemeClr val="dk1"/>
                          </a:solidFill>
                          <a:effectLst/>
                          <a:latin typeface="+mn-lt"/>
                          <a:ea typeface="+mn-ea"/>
                          <a:cs typeface="+mn-cs"/>
                        </a:rPr>
                        <a:t>（</a:t>
                      </a:r>
                      <a:r>
                        <a:rPr kumimoji="1" lang="en-US" altLang="ja-JP" sz="1200" b="0" kern="1200" dirty="0">
                          <a:solidFill>
                            <a:schemeClr val="dk1"/>
                          </a:solidFill>
                          <a:effectLst/>
                          <a:latin typeface="+mn-lt"/>
                          <a:ea typeface="+mn-ea"/>
                          <a:cs typeface="+mn-cs"/>
                        </a:rPr>
                        <a:t>Index</a:t>
                      </a:r>
                      <a:r>
                        <a:rPr kumimoji="1" lang="ja-JP" altLang="en-US" sz="1200" b="0" kern="1200" dirty="0">
                          <a:solidFill>
                            <a:schemeClr val="dk1"/>
                          </a:solidFill>
                          <a:effectLst/>
                          <a:latin typeface="+mn-lt"/>
                          <a:ea typeface="+mn-ea"/>
                          <a:cs typeface="+mn-cs"/>
                        </a:rPr>
                        <a:t>スキャン）</a:t>
                      </a:r>
                      <a:endParaRPr kumimoji="1" lang="en-US" altLang="ja-JP" sz="1200" b="0"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dirty="0">
                          <a:solidFill>
                            <a:schemeClr val="dk1"/>
                          </a:solidFill>
                          <a:effectLst/>
                          <a:latin typeface="+mn-lt"/>
                          <a:ea typeface="+mn-ea"/>
                          <a:cs typeface="+mn-cs"/>
                        </a:rPr>
                        <a:t>Index Scan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dirty="0">
                          <a:solidFill>
                            <a:schemeClr val="dk1"/>
                          </a:solidFill>
                          <a:effectLst/>
                          <a:latin typeface="+mn-lt"/>
                          <a:ea typeface="+mn-ea"/>
                          <a:cs typeface="+mn-cs"/>
                        </a:rPr>
                        <a:t>インデックススキャン </a:t>
                      </a:r>
                      <a:r>
                        <a:rPr kumimoji="1" lang="en-US" altLang="ja-JP" sz="1200" b="0" kern="1200" dirty="0">
                          <a:solidFill>
                            <a:schemeClr val="dk1"/>
                          </a:solidFill>
                          <a:effectLst/>
                          <a:latin typeface="+mn-lt"/>
                          <a:ea typeface="+mn-ea"/>
                          <a:cs typeface="+mn-cs"/>
                        </a:rPr>
                        <a:t>(</a:t>
                      </a:r>
                      <a:r>
                        <a:rPr kumimoji="1" lang="ja-JP" altLang="en-US" sz="1200" b="0" kern="1200" dirty="0">
                          <a:solidFill>
                            <a:schemeClr val="dk1"/>
                          </a:solidFill>
                          <a:effectLst/>
                          <a:latin typeface="+mn-lt"/>
                          <a:ea typeface="+mn-ea"/>
                          <a:cs typeface="+mn-cs"/>
                        </a:rPr>
                        <a:t>テーブル本体へのアクセスあり</a:t>
                      </a:r>
                      <a:r>
                        <a:rPr kumimoji="1" lang="en-US" altLang="ja-JP" sz="1200" b="0" kern="1200" dirty="0">
                          <a:solidFill>
                            <a:schemeClr val="dk1"/>
                          </a:solidFill>
                          <a:effectLst/>
                          <a:latin typeface="+mn-lt"/>
                          <a:ea typeface="+mn-ea"/>
                          <a:cs typeface="+mn-cs"/>
                        </a:rPr>
                        <a:t>)</a:t>
                      </a:r>
                    </a:p>
                  </a:txBody>
                  <a:tcPr/>
                </a:tc>
                <a:extLst>
                  <a:ext uri="{0D108BD9-81ED-4DB2-BD59-A6C34878D82A}">
                    <a16:rowId xmlns:a16="http://schemas.microsoft.com/office/drawing/2014/main" val="1657652720"/>
                  </a:ext>
                </a:extLst>
              </a:tr>
              <a:tr h="355508">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800" b="0"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dirty="0">
                          <a:solidFill>
                            <a:schemeClr val="dk1"/>
                          </a:solidFill>
                          <a:effectLst/>
                          <a:latin typeface="+mn-lt"/>
                          <a:ea typeface="+mn-ea"/>
                          <a:cs typeface="+mn-cs"/>
                        </a:rPr>
                        <a:t>Index Only Scan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dirty="0">
                          <a:solidFill>
                            <a:schemeClr val="dk1"/>
                          </a:solidFill>
                          <a:effectLst/>
                          <a:latin typeface="+mn-lt"/>
                          <a:ea typeface="+mn-ea"/>
                          <a:cs typeface="+mn-cs"/>
                        </a:rPr>
                        <a:t>インデックスオンリースキャン </a:t>
                      </a:r>
                      <a:r>
                        <a:rPr kumimoji="1" lang="en-US" altLang="ja-JP" sz="1200" b="0" kern="1200" dirty="0">
                          <a:solidFill>
                            <a:schemeClr val="dk1"/>
                          </a:solidFill>
                          <a:effectLst/>
                          <a:latin typeface="+mn-lt"/>
                          <a:ea typeface="+mn-ea"/>
                          <a:cs typeface="+mn-cs"/>
                        </a:rPr>
                        <a:t>(</a:t>
                      </a:r>
                      <a:r>
                        <a:rPr kumimoji="1" lang="ja-JP" altLang="en-US" sz="1200" b="0" kern="1200" dirty="0">
                          <a:solidFill>
                            <a:schemeClr val="dk1"/>
                          </a:solidFill>
                          <a:effectLst/>
                          <a:latin typeface="+mn-lt"/>
                          <a:ea typeface="+mn-ea"/>
                          <a:cs typeface="+mn-cs"/>
                        </a:rPr>
                        <a:t>テーブル本体へのアクセスなし</a:t>
                      </a:r>
                      <a:r>
                        <a:rPr kumimoji="1" lang="en-US" altLang="ja-JP" sz="1200" b="0" kern="1200" dirty="0">
                          <a:solidFill>
                            <a:schemeClr val="dk1"/>
                          </a:solidFill>
                          <a:effectLst/>
                          <a:latin typeface="+mn-lt"/>
                          <a:ea typeface="+mn-ea"/>
                          <a:cs typeface="+mn-cs"/>
                        </a:rPr>
                        <a:t>)</a:t>
                      </a:r>
                    </a:p>
                  </a:txBody>
                  <a:tcPr/>
                </a:tc>
                <a:extLst>
                  <a:ext uri="{0D108BD9-81ED-4DB2-BD59-A6C34878D82A}">
                    <a16:rowId xmlns:a16="http://schemas.microsoft.com/office/drawing/2014/main" val="1465687234"/>
                  </a:ext>
                </a:extLst>
              </a:tr>
              <a:tr h="438298">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800" b="0"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dirty="0">
                          <a:solidFill>
                            <a:schemeClr val="dk1"/>
                          </a:solidFill>
                          <a:effectLst/>
                          <a:latin typeface="+mn-lt"/>
                          <a:ea typeface="+mn-ea"/>
                          <a:cs typeface="+mn-cs"/>
                        </a:rPr>
                        <a:t>Bitmap Index Scan + Bitmap Heap Scan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dirty="0">
                          <a:solidFill>
                            <a:schemeClr val="dk1"/>
                          </a:solidFill>
                          <a:effectLst/>
                          <a:latin typeface="+mn-lt"/>
                          <a:ea typeface="+mn-ea"/>
                          <a:cs typeface="+mn-cs"/>
                        </a:rPr>
                        <a:t>インデックスからビットマップを作り、それを使ってまとめてテーブルにアクセス</a:t>
                      </a:r>
                    </a:p>
                  </a:txBody>
                  <a:tcPr/>
                </a:tc>
                <a:extLst>
                  <a:ext uri="{0D108BD9-81ED-4DB2-BD59-A6C34878D82A}">
                    <a16:rowId xmlns:a16="http://schemas.microsoft.com/office/drawing/2014/main" val="2058682521"/>
                  </a:ext>
                </a:extLst>
              </a:tr>
              <a:tr h="613617">
                <a:tc rowSpan="3">
                  <a:txBody>
                    <a:bodyPr/>
                    <a:lstStyle/>
                    <a:p>
                      <a:r>
                        <a:rPr kumimoji="1" lang="ja-JP" altLang="en-US" sz="1200" dirty="0"/>
                        <a:t>結合系ノード</a:t>
                      </a:r>
                    </a:p>
                  </a:txBody>
                  <a:tcPr/>
                </a:tc>
                <a:tc>
                  <a:txBody>
                    <a:bodyPr/>
                    <a:lstStyle/>
                    <a:p>
                      <a:r>
                        <a:rPr kumimoji="1" lang="en-US" altLang="ja-JP" sz="1200" dirty="0"/>
                        <a:t>Nested Loop</a:t>
                      </a:r>
                      <a:endParaRPr kumimoji="1" lang="ja-JP"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dirty="0">
                          <a:solidFill>
                            <a:schemeClr val="dk1"/>
                          </a:solidFill>
                          <a:effectLst/>
                          <a:latin typeface="+mn-lt"/>
                          <a:ea typeface="+mn-ea"/>
                          <a:cs typeface="+mn-cs"/>
                        </a:rPr>
                        <a:t>一方のテーブル（外部テーブル）の行を </a:t>
                      </a:r>
                      <a:r>
                        <a:rPr kumimoji="1" lang="en-US" altLang="ja-JP" sz="1200" b="0" kern="1200" dirty="0">
                          <a:solidFill>
                            <a:schemeClr val="dk1"/>
                          </a:solidFill>
                          <a:effectLst/>
                          <a:latin typeface="+mn-lt"/>
                          <a:ea typeface="+mn-ea"/>
                          <a:cs typeface="+mn-cs"/>
                        </a:rPr>
                        <a:t>1 </a:t>
                      </a:r>
                      <a:r>
                        <a:rPr kumimoji="1" lang="ja-JP" altLang="en-US" sz="1200" b="0" kern="1200" dirty="0">
                          <a:solidFill>
                            <a:schemeClr val="dk1"/>
                          </a:solidFill>
                          <a:effectLst/>
                          <a:latin typeface="+mn-lt"/>
                          <a:ea typeface="+mn-ea"/>
                          <a:cs typeface="+mn-cs"/>
                        </a:rPr>
                        <a:t>つずつ取り出し、その行に対してもう一方のテーブル（内部テーブル）をループして結合条件に一致する行を探す</a:t>
                      </a:r>
                    </a:p>
                  </a:txBody>
                  <a:tcPr/>
                </a:tc>
                <a:extLst>
                  <a:ext uri="{0D108BD9-81ED-4DB2-BD59-A6C34878D82A}">
                    <a16:rowId xmlns:a16="http://schemas.microsoft.com/office/drawing/2014/main" val="3823661525"/>
                  </a:ext>
                </a:extLst>
              </a:tr>
              <a:tr h="788936">
                <a:tc vMerge="1">
                  <a:txBody>
                    <a:bodyPr/>
                    <a:lstStyle/>
                    <a:p>
                      <a:endParaRPr kumimoji="1" lang="ja-JP"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dirty="0">
                          <a:solidFill>
                            <a:schemeClr val="dk1"/>
                          </a:solidFill>
                          <a:effectLst/>
                          <a:latin typeface="+mn-lt"/>
                          <a:ea typeface="+mn-ea"/>
                          <a:cs typeface="+mn-cs"/>
                        </a:rPr>
                        <a:t>Hash Join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dirty="0">
                          <a:solidFill>
                            <a:schemeClr val="dk1"/>
                          </a:solidFill>
                          <a:effectLst/>
                          <a:latin typeface="+mn-lt"/>
                          <a:ea typeface="+mn-ea"/>
                          <a:cs typeface="+mn-cs"/>
                        </a:rPr>
                        <a:t>小さい方のテーブルの結合列の値をハッシュ関数で変換し、メモリ上にハッシュテーブルを作成。次に、大きい方のテーブルの結合列の値を同じハッシュ関数で変換し、ハッシュテーブルを検索して一致する行を探す。</a:t>
                      </a:r>
                    </a:p>
                    <a:p>
                      <a:endParaRPr kumimoji="1" lang="ja-JP" altLang="en-US" sz="1200" dirty="0"/>
                    </a:p>
                  </a:txBody>
                  <a:tcPr/>
                </a:tc>
                <a:extLst>
                  <a:ext uri="{0D108BD9-81ED-4DB2-BD59-A6C34878D82A}">
                    <a16:rowId xmlns:a16="http://schemas.microsoft.com/office/drawing/2014/main" val="3722072022"/>
                  </a:ext>
                </a:extLst>
              </a:tr>
              <a:tr h="613617">
                <a:tc vMerge="1">
                  <a:txBody>
                    <a:bodyPr/>
                    <a:lstStyle/>
                    <a:p>
                      <a:endParaRPr kumimoji="1" lang="ja-JP" altLang="en-US" dirty="0"/>
                    </a:p>
                  </a:txBody>
                  <a:tcPr/>
                </a:tc>
                <a:tc>
                  <a:txBody>
                    <a:bodyPr/>
                    <a:lstStyle/>
                    <a:p>
                      <a:r>
                        <a:rPr kumimoji="1" lang="en-US" altLang="ja-JP" sz="1200" b="0" i="0" kern="1200" dirty="0">
                          <a:solidFill>
                            <a:schemeClr val="dk1"/>
                          </a:solidFill>
                          <a:effectLst/>
                          <a:latin typeface="+mn-lt"/>
                          <a:ea typeface="+mn-ea"/>
                          <a:cs typeface="+mn-cs"/>
                        </a:rPr>
                        <a:t>Merge Join</a:t>
                      </a:r>
                      <a:endParaRPr kumimoji="1" lang="ja-JP"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dirty="0">
                          <a:solidFill>
                            <a:schemeClr val="dk1"/>
                          </a:solidFill>
                          <a:effectLst/>
                          <a:latin typeface="+mn-lt"/>
                          <a:ea typeface="+mn-ea"/>
                          <a:cs typeface="+mn-cs"/>
                        </a:rPr>
                        <a:t>結合する両方のテーブルを、結合列でソートし、ソートされた </a:t>
                      </a:r>
                      <a:r>
                        <a:rPr kumimoji="1" lang="en-US" altLang="ja-JP" sz="1200" b="0" kern="1200" dirty="0">
                          <a:solidFill>
                            <a:schemeClr val="dk1"/>
                          </a:solidFill>
                          <a:effectLst/>
                          <a:latin typeface="+mn-lt"/>
                          <a:ea typeface="+mn-ea"/>
                          <a:cs typeface="+mn-cs"/>
                        </a:rPr>
                        <a:t>2 </a:t>
                      </a:r>
                      <a:r>
                        <a:rPr kumimoji="1" lang="ja-JP" altLang="en-US" sz="1200" b="0" kern="1200" dirty="0">
                          <a:solidFill>
                            <a:schemeClr val="dk1"/>
                          </a:solidFill>
                          <a:effectLst/>
                          <a:latin typeface="+mn-lt"/>
                          <a:ea typeface="+mn-ea"/>
                          <a:cs typeface="+mn-cs"/>
                        </a:rPr>
                        <a:t>つのテーブルを先頭から順にスキャンしていき、結合条件に一致する行を結合。</a:t>
                      </a:r>
                    </a:p>
                    <a:p>
                      <a:endParaRPr kumimoji="1" lang="ja-JP" altLang="en-US" sz="1200" dirty="0"/>
                    </a:p>
                  </a:txBody>
                  <a:tcPr/>
                </a:tc>
                <a:extLst>
                  <a:ext uri="{0D108BD9-81ED-4DB2-BD59-A6C34878D82A}">
                    <a16:rowId xmlns:a16="http://schemas.microsoft.com/office/drawing/2014/main" val="3034477511"/>
                  </a:ext>
                </a:extLst>
              </a:tr>
            </a:tbl>
          </a:graphicData>
        </a:graphic>
      </p:graphicFrame>
    </p:spTree>
    <p:extLst>
      <p:ext uri="{BB962C8B-B14F-4D97-AF65-F5344CB8AC3E}">
        <p14:creationId xmlns:p14="http://schemas.microsoft.com/office/powerpoint/2010/main" val="827207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DA17EB-D061-218F-248A-7E6DAF45D0E6}"/>
              </a:ext>
            </a:extLst>
          </p:cNvPr>
          <p:cNvSpPr>
            <a:spLocks noGrp="1"/>
          </p:cNvSpPr>
          <p:nvPr>
            <p:ph type="title"/>
          </p:nvPr>
        </p:nvSpPr>
        <p:spPr>
          <a:xfrm>
            <a:off x="1065212" y="533400"/>
            <a:ext cx="8686801" cy="533400"/>
          </a:xfrm>
        </p:spPr>
        <p:txBody>
          <a:bodyPr>
            <a:normAutofit/>
          </a:bodyPr>
          <a:lstStyle/>
          <a:p>
            <a:r>
              <a:rPr lang="en-US" altLang="ja-JP" sz="2800" dirty="0"/>
              <a:t>Nested Loop</a:t>
            </a:r>
            <a:endParaRPr kumimoji="1" lang="ja-JP" altLang="en-US" sz="2800" dirty="0"/>
          </a:p>
        </p:txBody>
      </p:sp>
      <p:graphicFrame>
        <p:nvGraphicFramePr>
          <p:cNvPr id="4" name="表 3">
            <a:extLst>
              <a:ext uri="{FF2B5EF4-FFF2-40B4-BE49-F238E27FC236}">
                <a16:creationId xmlns:a16="http://schemas.microsoft.com/office/drawing/2014/main" id="{7842F83F-B8AF-B2CF-8F52-B86FEF0D6BD9}"/>
              </a:ext>
            </a:extLst>
          </p:cNvPr>
          <p:cNvGraphicFramePr>
            <a:graphicFrameLocks noGrp="1"/>
          </p:cNvGraphicFramePr>
          <p:nvPr>
            <p:extLst>
              <p:ext uri="{D42A27DB-BD31-4B8C-83A1-F6EECF244321}">
                <p14:modId xmlns:p14="http://schemas.microsoft.com/office/powerpoint/2010/main" val="1333125646"/>
              </p:ext>
            </p:extLst>
          </p:nvPr>
        </p:nvGraphicFramePr>
        <p:xfrm>
          <a:off x="1141412" y="1295400"/>
          <a:ext cx="2590800" cy="2578100"/>
        </p:xfrm>
        <a:graphic>
          <a:graphicData uri="http://schemas.openxmlformats.org/drawingml/2006/table">
            <a:tbl>
              <a:tblPr firstRow="1" bandRow="1">
                <a:tableStyleId>{5C22544A-7EE6-4342-B048-85BDC9FD1C3A}</a:tableStyleId>
              </a:tblPr>
              <a:tblGrid>
                <a:gridCol w="2590800">
                  <a:extLst>
                    <a:ext uri="{9D8B030D-6E8A-4147-A177-3AD203B41FA5}">
                      <a16:colId xmlns:a16="http://schemas.microsoft.com/office/drawing/2014/main" val="3451625457"/>
                    </a:ext>
                  </a:extLst>
                </a:gridCol>
              </a:tblGrid>
              <a:tr h="368300">
                <a:tc>
                  <a:txBody>
                    <a:bodyPr/>
                    <a:lstStyle/>
                    <a:p>
                      <a:r>
                        <a:rPr kumimoji="1" lang="ja-JP" altLang="en-US" dirty="0"/>
                        <a:t>テーブル</a:t>
                      </a:r>
                      <a:r>
                        <a:rPr kumimoji="1" lang="en-US" altLang="ja-JP" dirty="0"/>
                        <a:t>A</a:t>
                      </a:r>
                      <a:r>
                        <a:rPr kumimoji="1" lang="ja-JP" altLang="en-US" dirty="0"/>
                        <a:t>結合列　</a:t>
                      </a:r>
                      <a:r>
                        <a:rPr kumimoji="1" lang="en-US" altLang="ja-JP" dirty="0"/>
                        <a:t>M</a:t>
                      </a:r>
                      <a:r>
                        <a:rPr kumimoji="1" lang="ja-JP" altLang="en-US" dirty="0"/>
                        <a:t>行</a:t>
                      </a:r>
                    </a:p>
                  </a:txBody>
                  <a:tcPr/>
                </a:tc>
                <a:extLst>
                  <a:ext uri="{0D108BD9-81ED-4DB2-BD59-A6C34878D82A}">
                    <a16:rowId xmlns:a16="http://schemas.microsoft.com/office/drawing/2014/main" val="1317627175"/>
                  </a:ext>
                </a:extLst>
              </a:tr>
              <a:tr h="368300">
                <a:tc>
                  <a:txBody>
                    <a:bodyPr/>
                    <a:lstStyle/>
                    <a:p>
                      <a:r>
                        <a:rPr kumimoji="1" lang="en-US" altLang="ja-JP" dirty="0"/>
                        <a:t>5</a:t>
                      </a:r>
                      <a:endParaRPr kumimoji="1" lang="ja-JP" altLang="en-US" dirty="0"/>
                    </a:p>
                  </a:txBody>
                  <a:tcPr/>
                </a:tc>
                <a:extLst>
                  <a:ext uri="{0D108BD9-81ED-4DB2-BD59-A6C34878D82A}">
                    <a16:rowId xmlns:a16="http://schemas.microsoft.com/office/drawing/2014/main" val="1389747066"/>
                  </a:ext>
                </a:extLst>
              </a:tr>
              <a:tr h="368300">
                <a:tc>
                  <a:txBody>
                    <a:bodyPr/>
                    <a:lstStyle/>
                    <a:p>
                      <a:r>
                        <a:rPr kumimoji="1" lang="en-US" altLang="ja-JP" dirty="0"/>
                        <a:t>20</a:t>
                      </a:r>
                      <a:endParaRPr kumimoji="1" lang="ja-JP" altLang="en-US" dirty="0"/>
                    </a:p>
                  </a:txBody>
                  <a:tcPr/>
                </a:tc>
                <a:extLst>
                  <a:ext uri="{0D108BD9-81ED-4DB2-BD59-A6C34878D82A}">
                    <a16:rowId xmlns:a16="http://schemas.microsoft.com/office/drawing/2014/main" val="283063805"/>
                  </a:ext>
                </a:extLst>
              </a:tr>
              <a:tr h="368300">
                <a:tc>
                  <a:txBody>
                    <a:bodyPr/>
                    <a:lstStyle/>
                    <a:p>
                      <a:r>
                        <a:rPr kumimoji="1" lang="en-US" altLang="ja-JP" dirty="0"/>
                        <a:t>1</a:t>
                      </a:r>
                      <a:endParaRPr kumimoji="1" lang="ja-JP" altLang="en-US" dirty="0"/>
                    </a:p>
                  </a:txBody>
                  <a:tcPr/>
                </a:tc>
                <a:extLst>
                  <a:ext uri="{0D108BD9-81ED-4DB2-BD59-A6C34878D82A}">
                    <a16:rowId xmlns:a16="http://schemas.microsoft.com/office/drawing/2014/main" val="317672186"/>
                  </a:ext>
                </a:extLst>
              </a:tr>
              <a:tr h="368300">
                <a:tc>
                  <a:txBody>
                    <a:bodyPr/>
                    <a:lstStyle/>
                    <a:p>
                      <a:r>
                        <a:rPr kumimoji="1" lang="en-US" altLang="ja-JP" dirty="0"/>
                        <a:t>100</a:t>
                      </a:r>
                      <a:endParaRPr kumimoji="1" lang="ja-JP" altLang="en-US" dirty="0"/>
                    </a:p>
                  </a:txBody>
                  <a:tcPr/>
                </a:tc>
                <a:extLst>
                  <a:ext uri="{0D108BD9-81ED-4DB2-BD59-A6C34878D82A}">
                    <a16:rowId xmlns:a16="http://schemas.microsoft.com/office/drawing/2014/main" val="3503614652"/>
                  </a:ext>
                </a:extLst>
              </a:tr>
              <a:tr h="368300">
                <a:tc>
                  <a:txBody>
                    <a:bodyPr/>
                    <a:lstStyle/>
                    <a:p>
                      <a:r>
                        <a:rPr kumimoji="1" lang="en-US" altLang="ja-JP" dirty="0"/>
                        <a:t>4</a:t>
                      </a:r>
                      <a:endParaRPr kumimoji="1" lang="ja-JP" altLang="en-US" dirty="0"/>
                    </a:p>
                  </a:txBody>
                  <a:tcPr/>
                </a:tc>
                <a:extLst>
                  <a:ext uri="{0D108BD9-81ED-4DB2-BD59-A6C34878D82A}">
                    <a16:rowId xmlns:a16="http://schemas.microsoft.com/office/drawing/2014/main" val="2236067377"/>
                  </a:ext>
                </a:extLst>
              </a:tr>
              <a:tr h="368300">
                <a:tc>
                  <a:txBody>
                    <a:bodyPr/>
                    <a:lstStyle/>
                    <a:p>
                      <a:r>
                        <a:rPr kumimoji="1" lang="ja-JP" altLang="en-US" dirty="0"/>
                        <a:t>・・・</a:t>
                      </a:r>
                    </a:p>
                  </a:txBody>
                  <a:tcPr/>
                </a:tc>
                <a:extLst>
                  <a:ext uri="{0D108BD9-81ED-4DB2-BD59-A6C34878D82A}">
                    <a16:rowId xmlns:a16="http://schemas.microsoft.com/office/drawing/2014/main" val="2345084329"/>
                  </a:ext>
                </a:extLst>
              </a:tr>
            </a:tbl>
          </a:graphicData>
        </a:graphic>
      </p:graphicFrame>
      <p:graphicFrame>
        <p:nvGraphicFramePr>
          <p:cNvPr id="5" name="表 4">
            <a:extLst>
              <a:ext uri="{FF2B5EF4-FFF2-40B4-BE49-F238E27FC236}">
                <a16:creationId xmlns:a16="http://schemas.microsoft.com/office/drawing/2014/main" id="{CAA89BEA-85D8-0CF9-7C56-7F2C7A3A3236}"/>
              </a:ext>
            </a:extLst>
          </p:cNvPr>
          <p:cNvGraphicFramePr>
            <a:graphicFrameLocks noGrp="1"/>
          </p:cNvGraphicFramePr>
          <p:nvPr>
            <p:extLst>
              <p:ext uri="{D42A27DB-BD31-4B8C-83A1-F6EECF244321}">
                <p14:modId xmlns:p14="http://schemas.microsoft.com/office/powerpoint/2010/main" val="334781080"/>
              </p:ext>
            </p:extLst>
          </p:nvPr>
        </p:nvGraphicFramePr>
        <p:xfrm>
          <a:off x="4265612" y="1298510"/>
          <a:ext cx="2514600" cy="18415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3451625457"/>
                    </a:ext>
                  </a:extLst>
                </a:gridCol>
              </a:tblGrid>
              <a:tr h="368300">
                <a:tc>
                  <a:txBody>
                    <a:bodyPr/>
                    <a:lstStyle/>
                    <a:p>
                      <a:r>
                        <a:rPr kumimoji="1" lang="ja-JP" altLang="en-US" dirty="0"/>
                        <a:t>テーブル</a:t>
                      </a:r>
                      <a:r>
                        <a:rPr kumimoji="1" lang="en-US" altLang="ja-JP" dirty="0"/>
                        <a:t>B</a:t>
                      </a:r>
                      <a:r>
                        <a:rPr kumimoji="1" lang="ja-JP" altLang="en-US" dirty="0"/>
                        <a:t>結合列 </a:t>
                      </a:r>
                      <a:r>
                        <a:rPr kumimoji="1" lang="en-US" altLang="ja-JP" dirty="0"/>
                        <a:t>N</a:t>
                      </a:r>
                      <a:r>
                        <a:rPr kumimoji="1" lang="ja-JP" altLang="en-US" dirty="0"/>
                        <a:t>行</a:t>
                      </a:r>
                    </a:p>
                  </a:txBody>
                  <a:tcPr/>
                </a:tc>
                <a:extLst>
                  <a:ext uri="{0D108BD9-81ED-4DB2-BD59-A6C34878D82A}">
                    <a16:rowId xmlns:a16="http://schemas.microsoft.com/office/drawing/2014/main" val="1317627175"/>
                  </a:ext>
                </a:extLst>
              </a:tr>
              <a:tr h="368300">
                <a:tc>
                  <a:txBody>
                    <a:bodyPr/>
                    <a:lstStyle/>
                    <a:p>
                      <a:r>
                        <a:rPr kumimoji="1" lang="en-US" altLang="ja-JP" dirty="0"/>
                        <a:t>20</a:t>
                      </a:r>
                      <a:endParaRPr kumimoji="1" lang="ja-JP" altLang="en-US" dirty="0"/>
                    </a:p>
                  </a:txBody>
                  <a:tcPr/>
                </a:tc>
                <a:extLst>
                  <a:ext uri="{0D108BD9-81ED-4DB2-BD59-A6C34878D82A}">
                    <a16:rowId xmlns:a16="http://schemas.microsoft.com/office/drawing/2014/main" val="1389747066"/>
                  </a:ext>
                </a:extLst>
              </a:tr>
              <a:tr h="368300">
                <a:tc>
                  <a:txBody>
                    <a:bodyPr/>
                    <a:lstStyle/>
                    <a:p>
                      <a:r>
                        <a:rPr kumimoji="1" lang="en-US" altLang="ja-JP" dirty="0"/>
                        <a:t>4</a:t>
                      </a:r>
                      <a:endParaRPr kumimoji="1" lang="ja-JP" altLang="en-US" dirty="0"/>
                    </a:p>
                  </a:txBody>
                  <a:tcPr/>
                </a:tc>
                <a:extLst>
                  <a:ext uri="{0D108BD9-81ED-4DB2-BD59-A6C34878D82A}">
                    <a16:rowId xmlns:a16="http://schemas.microsoft.com/office/drawing/2014/main" val="283063805"/>
                  </a:ext>
                </a:extLst>
              </a:tr>
              <a:tr h="368300">
                <a:tc>
                  <a:txBody>
                    <a:bodyPr/>
                    <a:lstStyle/>
                    <a:p>
                      <a:r>
                        <a:rPr kumimoji="1" lang="en-US" altLang="ja-JP" dirty="0"/>
                        <a:t>100</a:t>
                      </a:r>
                      <a:endParaRPr kumimoji="1" lang="ja-JP" altLang="en-US" dirty="0"/>
                    </a:p>
                  </a:txBody>
                  <a:tcPr/>
                </a:tc>
                <a:extLst>
                  <a:ext uri="{0D108BD9-81ED-4DB2-BD59-A6C34878D82A}">
                    <a16:rowId xmlns:a16="http://schemas.microsoft.com/office/drawing/2014/main" val="317672186"/>
                  </a:ext>
                </a:extLst>
              </a:tr>
              <a:tr h="368300">
                <a:tc>
                  <a:txBody>
                    <a:bodyPr/>
                    <a:lstStyle/>
                    <a:p>
                      <a:r>
                        <a:rPr kumimoji="1" lang="ja-JP" altLang="en-US" dirty="0"/>
                        <a:t>・・・</a:t>
                      </a:r>
                    </a:p>
                  </a:txBody>
                  <a:tcPr/>
                </a:tc>
                <a:extLst>
                  <a:ext uri="{0D108BD9-81ED-4DB2-BD59-A6C34878D82A}">
                    <a16:rowId xmlns:a16="http://schemas.microsoft.com/office/drawing/2014/main" val="2346868996"/>
                  </a:ext>
                </a:extLst>
              </a:tr>
            </a:tbl>
          </a:graphicData>
        </a:graphic>
      </p:graphicFrame>
      <p:grpSp>
        <p:nvGrpSpPr>
          <p:cNvPr id="24" name="グループ化 23">
            <a:extLst>
              <a:ext uri="{FF2B5EF4-FFF2-40B4-BE49-F238E27FC236}">
                <a16:creationId xmlns:a16="http://schemas.microsoft.com/office/drawing/2014/main" id="{DBB79D85-2DBD-1851-6615-700CAD48FD01}"/>
              </a:ext>
            </a:extLst>
          </p:cNvPr>
          <p:cNvGrpSpPr/>
          <p:nvPr/>
        </p:nvGrpSpPr>
        <p:grpSpPr>
          <a:xfrm>
            <a:off x="3732212" y="1828798"/>
            <a:ext cx="533400" cy="1600202"/>
            <a:chOff x="3732212" y="1828798"/>
            <a:chExt cx="533400" cy="1600202"/>
          </a:xfrm>
        </p:grpSpPr>
        <p:grpSp>
          <p:nvGrpSpPr>
            <p:cNvPr id="22" name="グループ化 21">
              <a:extLst>
                <a:ext uri="{FF2B5EF4-FFF2-40B4-BE49-F238E27FC236}">
                  <a16:creationId xmlns:a16="http://schemas.microsoft.com/office/drawing/2014/main" id="{884D73C3-9246-8372-EF22-75A63DEE08AB}"/>
                </a:ext>
              </a:extLst>
            </p:cNvPr>
            <p:cNvGrpSpPr/>
            <p:nvPr/>
          </p:nvGrpSpPr>
          <p:grpSpPr>
            <a:xfrm>
              <a:off x="3732212" y="1828798"/>
              <a:ext cx="533400" cy="762003"/>
              <a:chOff x="3732212" y="1828798"/>
              <a:chExt cx="533400" cy="762003"/>
            </a:xfrm>
          </p:grpSpPr>
          <p:cxnSp>
            <p:nvCxnSpPr>
              <p:cNvPr id="7" name="直線矢印コネクタ 6">
                <a:extLst>
                  <a:ext uri="{FF2B5EF4-FFF2-40B4-BE49-F238E27FC236}">
                    <a16:creationId xmlns:a16="http://schemas.microsoft.com/office/drawing/2014/main" id="{759578F2-1BAC-E89D-5332-CA5B0ADDA9B8}"/>
                  </a:ext>
                </a:extLst>
              </p:cNvPr>
              <p:cNvCxnSpPr/>
              <p:nvPr/>
            </p:nvCxnSpPr>
            <p:spPr>
              <a:xfrm>
                <a:off x="3732212" y="1828800"/>
                <a:ext cx="5334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直線矢印コネクタ 7">
                <a:extLst>
                  <a:ext uri="{FF2B5EF4-FFF2-40B4-BE49-F238E27FC236}">
                    <a16:creationId xmlns:a16="http://schemas.microsoft.com/office/drawing/2014/main" id="{6B0C5890-9EAE-720D-B86D-A355476CE2F5}"/>
                  </a:ext>
                </a:extLst>
              </p:cNvPr>
              <p:cNvCxnSpPr>
                <a:cxnSpLocks/>
                <a:endCxn id="5" idx="1"/>
              </p:cNvCxnSpPr>
              <p:nvPr/>
            </p:nvCxnSpPr>
            <p:spPr>
              <a:xfrm>
                <a:off x="3732212" y="1828800"/>
                <a:ext cx="533400" cy="3904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直線矢印コネクタ 10">
                <a:extLst>
                  <a:ext uri="{FF2B5EF4-FFF2-40B4-BE49-F238E27FC236}">
                    <a16:creationId xmlns:a16="http://schemas.microsoft.com/office/drawing/2014/main" id="{7F0FC8A1-C5A0-46AE-0C37-56602F81D1BB}"/>
                  </a:ext>
                </a:extLst>
              </p:cNvPr>
              <p:cNvCxnSpPr>
                <a:cxnSpLocks/>
              </p:cNvCxnSpPr>
              <p:nvPr/>
            </p:nvCxnSpPr>
            <p:spPr>
              <a:xfrm>
                <a:off x="3732212" y="1828799"/>
                <a:ext cx="533400" cy="7620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直線矢印コネクタ 14">
                <a:extLst>
                  <a:ext uri="{FF2B5EF4-FFF2-40B4-BE49-F238E27FC236}">
                    <a16:creationId xmlns:a16="http://schemas.microsoft.com/office/drawing/2014/main" id="{769119DE-346A-C9E6-B08F-A59A3DEF7BE8}"/>
                  </a:ext>
                </a:extLst>
              </p:cNvPr>
              <p:cNvCxnSpPr>
                <a:endCxn id="5" idx="1"/>
              </p:cNvCxnSpPr>
              <p:nvPr/>
            </p:nvCxnSpPr>
            <p:spPr>
              <a:xfrm>
                <a:off x="3732212" y="2219260"/>
                <a:ext cx="5334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直線矢印コネクタ 15">
                <a:extLst>
                  <a:ext uri="{FF2B5EF4-FFF2-40B4-BE49-F238E27FC236}">
                    <a16:creationId xmlns:a16="http://schemas.microsoft.com/office/drawing/2014/main" id="{C6323D52-F504-5975-3FB4-447B02610295}"/>
                  </a:ext>
                </a:extLst>
              </p:cNvPr>
              <p:cNvCxnSpPr>
                <a:cxnSpLocks/>
              </p:cNvCxnSpPr>
              <p:nvPr/>
            </p:nvCxnSpPr>
            <p:spPr>
              <a:xfrm flipV="1">
                <a:off x="3732212" y="1828798"/>
                <a:ext cx="533400" cy="3904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直線矢印コネクタ 18">
                <a:extLst>
                  <a:ext uri="{FF2B5EF4-FFF2-40B4-BE49-F238E27FC236}">
                    <a16:creationId xmlns:a16="http://schemas.microsoft.com/office/drawing/2014/main" id="{6ED3D2AB-58EE-7EFB-103A-1EBAE3C8A97B}"/>
                  </a:ext>
                </a:extLst>
              </p:cNvPr>
              <p:cNvCxnSpPr>
                <a:cxnSpLocks/>
              </p:cNvCxnSpPr>
              <p:nvPr/>
            </p:nvCxnSpPr>
            <p:spPr>
              <a:xfrm>
                <a:off x="3732212" y="2219259"/>
                <a:ext cx="533400" cy="3651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3" name="テキスト ボックス 22">
              <a:extLst>
                <a:ext uri="{FF2B5EF4-FFF2-40B4-BE49-F238E27FC236}">
                  <a16:creationId xmlns:a16="http://schemas.microsoft.com/office/drawing/2014/main" id="{7575F370-F1FC-D8CE-BA45-75ABD0C84BF3}"/>
                </a:ext>
              </a:extLst>
            </p:cNvPr>
            <p:cNvSpPr txBox="1"/>
            <p:nvPr/>
          </p:nvSpPr>
          <p:spPr>
            <a:xfrm>
              <a:off x="3768079" y="2644170"/>
              <a:ext cx="461665" cy="784830"/>
            </a:xfrm>
            <a:prstGeom prst="rect">
              <a:avLst/>
            </a:prstGeom>
            <a:noFill/>
          </p:spPr>
          <p:txBody>
            <a:bodyPr vert="eaVert" wrap="none" rtlCol="0">
              <a:spAutoFit/>
            </a:bodyPr>
            <a:lstStyle/>
            <a:p>
              <a:r>
                <a:rPr kumimoji="1" lang="ja-JP" altLang="en-US" dirty="0"/>
                <a:t>・・・</a:t>
              </a:r>
            </a:p>
          </p:txBody>
        </p:sp>
      </p:grpSp>
      <p:sp>
        <p:nvSpPr>
          <p:cNvPr id="25" name="テキスト ボックス 24">
            <a:extLst>
              <a:ext uri="{FF2B5EF4-FFF2-40B4-BE49-F238E27FC236}">
                <a16:creationId xmlns:a16="http://schemas.microsoft.com/office/drawing/2014/main" id="{A22BD8F4-C3EB-79D1-9AA8-E4329A02B932}"/>
              </a:ext>
            </a:extLst>
          </p:cNvPr>
          <p:cNvSpPr txBox="1"/>
          <p:nvPr/>
        </p:nvSpPr>
        <p:spPr>
          <a:xfrm>
            <a:off x="1065212" y="4328628"/>
            <a:ext cx="6551794" cy="646331"/>
          </a:xfrm>
          <a:prstGeom prst="rect">
            <a:avLst/>
          </a:prstGeom>
          <a:noFill/>
        </p:spPr>
        <p:txBody>
          <a:bodyPr wrap="none" rtlCol="0">
            <a:spAutoFit/>
          </a:bodyPr>
          <a:lstStyle/>
          <a:p>
            <a:r>
              <a:rPr lang="en-US" altLang="ja-JP" dirty="0"/>
              <a:t>2</a:t>
            </a:r>
            <a:r>
              <a:rPr lang="ja-JP" altLang="en-US" dirty="0"/>
              <a:t>つのテーブル間の結合を二重ループを使って行う結合方法。</a:t>
            </a:r>
            <a:br>
              <a:rPr lang="en-US" altLang="ja-JP" dirty="0"/>
            </a:br>
            <a:r>
              <a:rPr lang="ja-JP" altLang="en-US" dirty="0"/>
              <a:t>最大で</a:t>
            </a:r>
            <a:r>
              <a:rPr lang="en-US" altLang="ja-JP" dirty="0"/>
              <a:t>O(M * N)</a:t>
            </a:r>
            <a:r>
              <a:rPr lang="ja-JP" altLang="en-US" dirty="0"/>
              <a:t>　</a:t>
            </a:r>
            <a:r>
              <a:rPr lang="en-US" altLang="ja-JP" dirty="0"/>
              <a:t>※</a:t>
            </a:r>
            <a:r>
              <a:rPr kumimoji="1" lang="en-US" altLang="ja-JP" dirty="0"/>
              <a:t> ※</a:t>
            </a:r>
            <a:r>
              <a:rPr kumimoji="1" lang="ja-JP" altLang="en-US" dirty="0"/>
              <a:t>計算量（オーダー記法）</a:t>
            </a:r>
          </a:p>
        </p:txBody>
      </p:sp>
    </p:spTree>
    <p:extLst>
      <p:ext uri="{BB962C8B-B14F-4D97-AF65-F5344CB8AC3E}">
        <p14:creationId xmlns:p14="http://schemas.microsoft.com/office/powerpoint/2010/main" val="80183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7E4A1C-7857-3D1E-C1A4-4D3BF8B2A723}"/>
              </a:ext>
            </a:extLst>
          </p:cNvPr>
          <p:cNvSpPr>
            <a:spLocks noGrp="1"/>
          </p:cNvSpPr>
          <p:nvPr>
            <p:ph type="title"/>
          </p:nvPr>
        </p:nvSpPr>
        <p:spPr>
          <a:xfrm>
            <a:off x="1065212" y="533400"/>
            <a:ext cx="8686801" cy="533400"/>
          </a:xfrm>
        </p:spPr>
        <p:txBody>
          <a:bodyPr>
            <a:normAutofit/>
          </a:bodyPr>
          <a:lstStyle/>
          <a:p>
            <a:r>
              <a:rPr lang="en-US" altLang="ja-JP" sz="2800" dirty="0"/>
              <a:t>Hash</a:t>
            </a:r>
            <a:r>
              <a:rPr lang="ja-JP" altLang="en-US" sz="2800" dirty="0"/>
              <a:t>結合</a:t>
            </a:r>
            <a:endParaRPr kumimoji="1" lang="ja-JP" altLang="en-US" sz="2800" dirty="0"/>
          </a:p>
        </p:txBody>
      </p:sp>
      <p:graphicFrame>
        <p:nvGraphicFramePr>
          <p:cNvPr id="4" name="表 3">
            <a:extLst>
              <a:ext uri="{FF2B5EF4-FFF2-40B4-BE49-F238E27FC236}">
                <a16:creationId xmlns:a16="http://schemas.microsoft.com/office/drawing/2014/main" id="{AFC6B7F8-E81C-228E-C459-92690A4DF325}"/>
              </a:ext>
            </a:extLst>
          </p:cNvPr>
          <p:cNvGraphicFramePr>
            <a:graphicFrameLocks noGrp="1"/>
          </p:cNvGraphicFramePr>
          <p:nvPr>
            <p:extLst>
              <p:ext uri="{D42A27DB-BD31-4B8C-83A1-F6EECF244321}">
                <p14:modId xmlns:p14="http://schemas.microsoft.com/office/powerpoint/2010/main" val="2178387845"/>
              </p:ext>
            </p:extLst>
          </p:nvPr>
        </p:nvGraphicFramePr>
        <p:xfrm>
          <a:off x="1065212" y="1524000"/>
          <a:ext cx="2590800" cy="2578100"/>
        </p:xfrm>
        <a:graphic>
          <a:graphicData uri="http://schemas.openxmlformats.org/drawingml/2006/table">
            <a:tbl>
              <a:tblPr firstRow="1" bandRow="1">
                <a:tableStyleId>{5C22544A-7EE6-4342-B048-85BDC9FD1C3A}</a:tableStyleId>
              </a:tblPr>
              <a:tblGrid>
                <a:gridCol w="2590800">
                  <a:extLst>
                    <a:ext uri="{9D8B030D-6E8A-4147-A177-3AD203B41FA5}">
                      <a16:colId xmlns:a16="http://schemas.microsoft.com/office/drawing/2014/main" val="3451625457"/>
                    </a:ext>
                  </a:extLst>
                </a:gridCol>
              </a:tblGrid>
              <a:tr h="368300">
                <a:tc>
                  <a:txBody>
                    <a:bodyPr/>
                    <a:lstStyle/>
                    <a:p>
                      <a:r>
                        <a:rPr kumimoji="1" lang="ja-JP" altLang="en-US" dirty="0"/>
                        <a:t>テーブル</a:t>
                      </a:r>
                      <a:r>
                        <a:rPr kumimoji="1" lang="en-US" altLang="ja-JP" dirty="0"/>
                        <a:t>A</a:t>
                      </a:r>
                      <a:r>
                        <a:rPr kumimoji="1" lang="ja-JP" altLang="en-US" dirty="0"/>
                        <a:t>結合列　</a:t>
                      </a:r>
                      <a:r>
                        <a:rPr kumimoji="1" lang="en-US" altLang="ja-JP" dirty="0"/>
                        <a:t>M</a:t>
                      </a:r>
                      <a:r>
                        <a:rPr kumimoji="1" lang="ja-JP" altLang="en-US" dirty="0"/>
                        <a:t>行</a:t>
                      </a:r>
                    </a:p>
                  </a:txBody>
                  <a:tcPr/>
                </a:tc>
                <a:extLst>
                  <a:ext uri="{0D108BD9-81ED-4DB2-BD59-A6C34878D82A}">
                    <a16:rowId xmlns:a16="http://schemas.microsoft.com/office/drawing/2014/main" val="1317627175"/>
                  </a:ext>
                </a:extLst>
              </a:tr>
              <a:tr h="368300">
                <a:tc>
                  <a:txBody>
                    <a:bodyPr/>
                    <a:lstStyle/>
                    <a:p>
                      <a:r>
                        <a:rPr kumimoji="1" lang="en-US" altLang="ja-JP" dirty="0"/>
                        <a:t>5</a:t>
                      </a:r>
                      <a:endParaRPr kumimoji="1" lang="ja-JP" altLang="en-US" dirty="0"/>
                    </a:p>
                  </a:txBody>
                  <a:tcPr/>
                </a:tc>
                <a:extLst>
                  <a:ext uri="{0D108BD9-81ED-4DB2-BD59-A6C34878D82A}">
                    <a16:rowId xmlns:a16="http://schemas.microsoft.com/office/drawing/2014/main" val="1389747066"/>
                  </a:ext>
                </a:extLst>
              </a:tr>
              <a:tr h="368300">
                <a:tc>
                  <a:txBody>
                    <a:bodyPr/>
                    <a:lstStyle/>
                    <a:p>
                      <a:r>
                        <a:rPr kumimoji="1" lang="en-US" altLang="ja-JP" dirty="0"/>
                        <a:t>20</a:t>
                      </a:r>
                      <a:endParaRPr kumimoji="1" lang="ja-JP" altLang="en-US" dirty="0"/>
                    </a:p>
                  </a:txBody>
                  <a:tcPr/>
                </a:tc>
                <a:extLst>
                  <a:ext uri="{0D108BD9-81ED-4DB2-BD59-A6C34878D82A}">
                    <a16:rowId xmlns:a16="http://schemas.microsoft.com/office/drawing/2014/main" val="283063805"/>
                  </a:ext>
                </a:extLst>
              </a:tr>
              <a:tr h="368300">
                <a:tc>
                  <a:txBody>
                    <a:bodyPr/>
                    <a:lstStyle/>
                    <a:p>
                      <a:r>
                        <a:rPr kumimoji="1" lang="en-US" altLang="ja-JP" dirty="0"/>
                        <a:t>1</a:t>
                      </a:r>
                      <a:endParaRPr kumimoji="1" lang="ja-JP" altLang="en-US" dirty="0"/>
                    </a:p>
                  </a:txBody>
                  <a:tcPr/>
                </a:tc>
                <a:extLst>
                  <a:ext uri="{0D108BD9-81ED-4DB2-BD59-A6C34878D82A}">
                    <a16:rowId xmlns:a16="http://schemas.microsoft.com/office/drawing/2014/main" val="317672186"/>
                  </a:ext>
                </a:extLst>
              </a:tr>
              <a:tr h="368300">
                <a:tc>
                  <a:txBody>
                    <a:bodyPr/>
                    <a:lstStyle/>
                    <a:p>
                      <a:r>
                        <a:rPr kumimoji="1" lang="en-US" altLang="ja-JP" dirty="0"/>
                        <a:t>100</a:t>
                      </a:r>
                      <a:endParaRPr kumimoji="1" lang="ja-JP" altLang="en-US" dirty="0"/>
                    </a:p>
                  </a:txBody>
                  <a:tcPr/>
                </a:tc>
                <a:extLst>
                  <a:ext uri="{0D108BD9-81ED-4DB2-BD59-A6C34878D82A}">
                    <a16:rowId xmlns:a16="http://schemas.microsoft.com/office/drawing/2014/main" val="3503614652"/>
                  </a:ext>
                </a:extLst>
              </a:tr>
              <a:tr h="368300">
                <a:tc>
                  <a:txBody>
                    <a:bodyPr/>
                    <a:lstStyle/>
                    <a:p>
                      <a:r>
                        <a:rPr kumimoji="1" lang="en-US" altLang="ja-JP" dirty="0"/>
                        <a:t>4</a:t>
                      </a:r>
                      <a:endParaRPr kumimoji="1" lang="ja-JP" altLang="en-US" dirty="0"/>
                    </a:p>
                  </a:txBody>
                  <a:tcPr/>
                </a:tc>
                <a:extLst>
                  <a:ext uri="{0D108BD9-81ED-4DB2-BD59-A6C34878D82A}">
                    <a16:rowId xmlns:a16="http://schemas.microsoft.com/office/drawing/2014/main" val="2236067377"/>
                  </a:ext>
                </a:extLst>
              </a:tr>
              <a:tr h="368300">
                <a:tc>
                  <a:txBody>
                    <a:bodyPr/>
                    <a:lstStyle/>
                    <a:p>
                      <a:r>
                        <a:rPr kumimoji="1" lang="ja-JP" altLang="en-US" dirty="0"/>
                        <a:t>・・・</a:t>
                      </a:r>
                    </a:p>
                  </a:txBody>
                  <a:tcPr/>
                </a:tc>
                <a:extLst>
                  <a:ext uri="{0D108BD9-81ED-4DB2-BD59-A6C34878D82A}">
                    <a16:rowId xmlns:a16="http://schemas.microsoft.com/office/drawing/2014/main" val="2345084329"/>
                  </a:ext>
                </a:extLst>
              </a:tr>
            </a:tbl>
          </a:graphicData>
        </a:graphic>
      </p:graphicFrame>
      <p:graphicFrame>
        <p:nvGraphicFramePr>
          <p:cNvPr id="5" name="表 4">
            <a:extLst>
              <a:ext uri="{FF2B5EF4-FFF2-40B4-BE49-F238E27FC236}">
                <a16:creationId xmlns:a16="http://schemas.microsoft.com/office/drawing/2014/main" id="{ECEA71B0-7AFE-1FB3-2172-3F4C6AC916E8}"/>
              </a:ext>
            </a:extLst>
          </p:cNvPr>
          <p:cNvGraphicFramePr>
            <a:graphicFrameLocks noGrp="1"/>
          </p:cNvGraphicFramePr>
          <p:nvPr>
            <p:extLst>
              <p:ext uri="{D42A27DB-BD31-4B8C-83A1-F6EECF244321}">
                <p14:modId xmlns:p14="http://schemas.microsoft.com/office/powerpoint/2010/main" val="127741584"/>
              </p:ext>
            </p:extLst>
          </p:nvPr>
        </p:nvGraphicFramePr>
        <p:xfrm>
          <a:off x="3960812" y="1519335"/>
          <a:ext cx="2362200" cy="25781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3451625457"/>
                    </a:ext>
                  </a:extLst>
                </a:gridCol>
              </a:tblGrid>
              <a:tr h="368300">
                <a:tc>
                  <a:txBody>
                    <a:bodyPr/>
                    <a:lstStyle/>
                    <a:p>
                      <a:r>
                        <a:rPr kumimoji="1" lang="ja-JP" altLang="en-US" dirty="0"/>
                        <a:t>ハッシュテーブル</a:t>
                      </a:r>
                    </a:p>
                  </a:txBody>
                  <a:tcPr/>
                </a:tc>
                <a:extLst>
                  <a:ext uri="{0D108BD9-81ED-4DB2-BD59-A6C34878D82A}">
                    <a16:rowId xmlns:a16="http://schemas.microsoft.com/office/drawing/2014/main" val="1317627175"/>
                  </a:ext>
                </a:extLst>
              </a:tr>
              <a:tr h="368300">
                <a:tc>
                  <a:txBody>
                    <a:bodyPr/>
                    <a:lstStyle/>
                    <a:p>
                      <a:r>
                        <a:rPr kumimoji="1" lang="en-US" altLang="ja-JP" dirty="0"/>
                        <a:t>XXXX1</a:t>
                      </a:r>
                    </a:p>
                  </a:txBody>
                  <a:tcPr/>
                </a:tc>
                <a:extLst>
                  <a:ext uri="{0D108BD9-81ED-4DB2-BD59-A6C34878D82A}">
                    <a16:rowId xmlns:a16="http://schemas.microsoft.com/office/drawing/2014/main" val="1389747066"/>
                  </a:ext>
                </a:extLst>
              </a:tr>
              <a:tr h="368300">
                <a:tc>
                  <a:txBody>
                    <a:bodyPr/>
                    <a:lstStyle/>
                    <a:p>
                      <a:r>
                        <a:rPr kumimoji="1" lang="en-US" altLang="ja-JP" dirty="0"/>
                        <a:t>XXXX2</a:t>
                      </a:r>
                      <a:endParaRPr kumimoji="1" lang="ja-JP" altLang="en-US" dirty="0"/>
                    </a:p>
                  </a:txBody>
                  <a:tcPr/>
                </a:tc>
                <a:extLst>
                  <a:ext uri="{0D108BD9-81ED-4DB2-BD59-A6C34878D82A}">
                    <a16:rowId xmlns:a16="http://schemas.microsoft.com/office/drawing/2014/main" val="283063805"/>
                  </a:ext>
                </a:extLst>
              </a:tr>
              <a:tr h="368300">
                <a:tc>
                  <a:txBody>
                    <a:bodyPr/>
                    <a:lstStyle/>
                    <a:p>
                      <a:r>
                        <a:rPr kumimoji="1" lang="en-US" altLang="ja-JP" dirty="0"/>
                        <a:t>XXXX3</a:t>
                      </a:r>
                      <a:endParaRPr kumimoji="1" lang="ja-JP" altLang="en-US" dirty="0"/>
                    </a:p>
                  </a:txBody>
                  <a:tcPr/>
                </a:tc>
                <a:extLst>
                  <a:ext uri="{0D108BD9-81ED-4DB2-BD59-A6C34878D82A}">
                    <a16:rowId xmlns:a16="http://schemas.microsoft.com/office/drawing/2014/main" val="317672186"/>
                  </a:ext>
                </a:extLst>
              </a:tr>
              <a:tr h="368300">
                <a:tc>
                  <a:txBody>
                    <a:bodyPr/>
                    <a:lstStyle/>
                    <a:p>
                      <a:r>
                        <a:rPr kumimoji="1" lang="en-US" altLang="ja-JP" dirty="0"/>
                        <a:t>XXXX4</a:t>
                      </a:r>
                      <a:endParaRPr kumimoji="1" lang="ja-JP" altLang="en-US" dirty="0"/>
                    </a:p>
                  </a:txBody>
                  <a:tcPr/>
                </a:tc>
                <a:extLst>
                  <a:ext uri="{0D108BD9-81ED-4DB2-BD59-A6C34878D82A}">
                    <a16:rowId xmlns:a16="http://schemas.microsoft.com/office/drawing/2014/main" val="3503614652"/>
                  </a:ext>
                </a:extLst>
              </a:tr>
              <a:tr h="368300">
                <a:tc>
                  <a:txBody>
                    <a:bodyPr/>
                    <a:lstStyle/>
                    <a:p>
                      <a:r>
                        <a:rPr kumimoji="1" lang="en-US" altLang="ja-JP" dirty="0"/>
                        <a:t>XXXX5</a:t>
                      </a:r>
                      <a:endParaRPr kumimoji="1" lang="ja-JP" altLang="en-US" dirty="0"/>
                    </a:p>
                  </a:txBody>
                  <a:tcPr/>
                </a:tc>
                <a:extLst>
                  <a:ext uri="{0D108BD9-81ED-4DB2-BD59-A6C34878D82A}">
                    <a16:rowId xmlns:a16="http://schemas.microsoft.com/office/drawing/2014/main" val="2236067377"/>
                  </a:ext>
                </a:extLst>
              </a:tr>
              <a:tr h="368300">
                <a:tc>
                  <a:txBody>
                    <a:bodyPr/>
                    <a:lstStyle/>
                    <a:p>
                      <a:r>
                        <a:rPr kumimoji="1" lang="ja-JP" altLang="en-US" dirty="0"/>
                        <a:t>・・・</a:t>
                      </a:r>
                    </a:p>
                  </a:txBody>
                  <a:tcPr/>
                </a:tc>
                <a:extLst>
                  <a:ext uri="{0D108BD9-81ED-4DB2-BD59-A6C34878D82A}">
                    <a16:rowId xmlns:a16="http://schemas.microsoft.com/office/drawing/2014/main" val="4108210995"/>
                  </a:ext>
                </a:extLst>
              </a:tr>
            </a:tbl>
          </a:graphicData>
        </a:graphic>
      </p:graphicFrame>
      <p:graphicFrame>
        <p:nvGraphicFramePr>
          <p:cNvPr id="6" name="表 5">
            <a:extLst>
              <a:ext uri="{FF2B5EF4-FFF2-40B4-BE49-F238E27FC236}">
                <a16:creationId xmlns:a16="http://schemas.microsoft.com/office/drawing/2014/main" id="{D3B5DFE9-92BE-F82F-59FD-9AD5D7586923}"/>
              </a:ext>
            </a:extLst>
          </p:cNvPr>
          <p:cNvGraphicFramePr>
            <a:graphicFrameLocks noGrp="1"/>
          </p:cNvGraphicFramePr>
          <p:nvPr>
            <p:extLst>
              <p:ext uri="{D42A27DB-BD31-4B8C-83A1-F6EECF244321}">
                <p14:modId xmlns:p14="http://schemas.microsoft.com/office/powerpoint/2010/main" val="69751771"/>
              </p:ext>
            </p:extLst>
          </p:nvPr>
        </p:nvGraphicFramePr>
        <p:xfrm>
          <a:off x="8761412" y="1514670"/>
          <a:ext cx="2514600" cy="18415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3451625457"/>
                    </a:ext>
                  </a:extLst>
                </a:gridCol>
              </a:tblGrid>
              <a:tr h="368300">
                <a:tc>
                  <a:txBody>
                    <a:bodyPr/>
                    <a:lstStyle/>
                    <a:p>
                      <a:r>
                        <a:rPr kumimoji="1" lang="ja-JP" altLang="en-US" dirty="0"/>
                        <a:t>テーブル</a:t>
                      </a:r>
                      <a:r>
                        <a:rPr kumimoji="1" lang="en-US" altLang="ja-JP" dirty="0"/>
                        <a:t>B</a:t>
                      </a:r>
                      <a:r>
                        <a:rPr kumimoji="1" lang="ja-JP" altLang="en-US" dirty="0"/>
                        <a:t>結合列 </a:t>
                      </a:r>
                      <a:r>
                        <a:rPr kumimoji="1" lang="en-US" altLang="ja-JP" dirty="0"/>
                        <a:t>N</a:t>
                      </a:r>
                      <a:r>
                        <a:rPr kumimoji="1" lang="ja-JP" altLang="en-US" dirty="0"/>
                        <a:t>行</a:t>
                      </a:r>
                    </a:p>
                  </a:txBody>
                  <a:tcPr/>
                </a:tc>
                <a:extLst>
                  <a:ext uri="{0D108BD9-81ED-4DB2-BD59-A6C34878D82A}">
                    <a16:rowId xmlns:a16="http://schemas.microsoft.com/office/drawing/2014/main" val="1317627175"/>
                  </a:ext>
                </a:extLst>
              </a:tr>
              <a:tr h="368300">
                <a:tc>
                  <a:txBody>
                    <a:bodyPr/>
                    <a:lstStyle/>
                    <a:p>
                      <a:r>
                        <a:rPr kumimoji="1" lang="en-US" altLang="ja-JP" dirty="0"/>
                        <a:t>20</a:t>
                      </a:r>
                      <a:endParaRPr kumimoji="1" lang="ja-JP" altLang="en-US" dirty="0"/>
                    </a:p>
                  </a:txBody>
                  <a:tcPr/>
                </a:tc>
                <a:extLst>
                  <a:ext uri="{0D108BD9-81ED-4DB2-BD59-A6C34878D82A}">
                    <a16:rowId xmlns:a16="http://schemas.microsoft.com/office/drawing/2014/main" val="1389747066"/>
                  </a:ext>
                </a:extLst>
              </a:tr>
              <a:tr h="368300">
                <a:tc>
                  <a:txBody>
                    <a:bodyPr/>
                    <a:lstStyle/>
                    <a:p>
                      <a:r>
                        <a:rPr kumimoji="1" lang="en-US" altLang="ja-JP" dirty="0"/>
                        <a:t>4</a:t>
                      </a:r>
                      <a:endParaRPr kumimoji="1" lang="ja-JP" altLang="en-US" dirty="0"/>
                    </a:p>
                  </a:txBody>
                  <a:tcPr/>
                </a:tc>
                <a:extLst>
                  <a:ext uri="{0D108BD9-81ED-4DB2-BD59-A6C34878D82A}">
                    <a16:rowId xmlns:a16="http://schemas.microsoft.com/office/drawing/2014/main" val="283063805"/>
                  </a:ext>
                </a:extLst>
              </a:tr>
              <a:tr h="368300">
                <a:tc>
                  <a:txBody>
                    <a:bodyPr/>
                    <a:lstStyle/>
                    <a:p>
                      <a:r>
                        <a:rPr kumimoji="1" lang="en-US" altLang="ja-JP" dirty="0"/>
                        <a:t>100</a:t>
                      </a:r>
                      <a:endParaRPr kumimoji="1" lang="ja-JP" altLang="en-US" dirty="0"/>
                    </a:p>
                  </a:txBody>
                  <a:tcPr/>
                </a:tc>
                <a:extLst>
                  <a:ext uri="{0D108BD9-81ED-4DB2-BD59-A6C34878D82A}">
                    <a16:rowId xmlns:a16="http://schemas.microsoft.com/office/drawing/2014/main" val="317672186"/>
                  </a:ext>
                </a:extLst>
              </a:tr>
              <a:tr h="368300">
                <a:tc>
                  <a:txBody>
                    <a:bodyPr/>
                    <a:lstStyle/>
                    <a:p>
                      <a:r>
                        <a:rPr kumimoji="1" lang="ja-JP" altLang="en-US" dirty="0"/>
                        <a:t>・・・</a:t>
                      </a:r>
                    </a:p>
                  </a:txBody>
                  <a:tcPr/>
                </a:tc>
                <a:extLst>
                  <a:ext uri="{0D108BD9-81ED-4DB2-BD59-A6C34878D82A}">
                    <a16:rowId xmlns:a16="http://schemas.microsoft.com/office/drawing/2014/main" val="2346868996"/>
                  </a:ext>
                </a:extLst>
              </a:tr>
            </a:tbl>
          </a:graphicData>
        </a:graphic>
      </p:graphicFrame>
      <p:sp>
        <p:nvSpPr>
          <p:cNvPr id="8" name="テキスト ボックス 7">
            <a:extLst>
              <a:ext uri="{FF2B5EF4-FFF2-40B4-BE49-F238E27FC236}">
                <a16:creationId xmlns:a16="http://schemas.microsoft.com/office/drawing/2014/main" id="{613754F2-A4A0-FEDA-8F83-AF82EC6024D3}"/>
              </a:ext>
            </a:extLst>
          </p:cNvPr>
          <p:cNvSpPr txBox="1"/>
          <p:nvPr/>
        </p:nvSpPr>
        <p:spPr>
          <a:xfrm>
            <a:off x="3122612" y="92738"/>
            <a:ext cx="9187130" cy="1200329"/>
          </a:xfrm>
          <a:prstGeom prst="rect">
            <a:avLst/>
          </a:prstGeom>
          <a:noFill/>
        </p:spPr>
        <p:txBody>
          <a:bodyPr wrap="none" rtlCol="0">
            <a:spAutoFit/>
          </a:bodyPr>
          <a:lstStyle/>
          <a:p>
            <a:r>
              <a:rPr lang="ja-JP" altLang="en-US" dirty="0"/>
              <a:t>ハッシュ関数とは：</a:t>
            </a:r>
            <a:br>
              <a:rPr lang="en-US" altLang="ja-JP" dirty="0"/>
            </a:br>
            <a:r>
              <a:rPr lang="ja-JP" altLang="en-US" dirty="0"/>
              <a:t>任意の長さの入力データから、固定長のハッシュ値（ダイジェスト）を生成する関数。</a:t>
            </a:r>
            <a:br>
              <a:rPr lang="en-US" altLang="ja-JP" dirty="0"/>
            </a:br>
            <a:r>
              <a:rPr lang="ja-JP" altLang="en-US" dirty="0"/>
              <a:t>同じ入力からは常に同じハッシュ値が生成される決定性と、</a:t>
            </a:r>
            <a:br>
              <a:rPr lang="en-US" altLang="ja-JP" dirty="0"/>
            </a:br>
            <a:r>
              <a:rPr lang="ja-JP" altLang="en-US" dirty="0"/>
              <a:t>入力データが少しでも異なればハッシュ値も大きく異なるという性質を持つ。﻿</a:t>
            </a:r>
            <a:endParaRPr kumimoji="1" lang="ja-JP" altLang="en-US" dirty="0"/>
          </a:p>
        </p:txBody>
      </p:sp>
      <p:grpSp>
        <p:nvGrpSpPr>
          <p:cNvPr id="33" name="グループ化 32">
            <a:extLst>
              <a:ext uri="{FF2B5EF4-FFF2-40B4-BE49-F238E27FC236}">
                <a16:creationId xmlns:a16="http://schemas.microsoft.com/office/drawing/2014/main" id="{9F279E65-79ED-4ED6-C56A-878935A2111B}"/>
              </a:ext>
            </a:extLst>
          </p:cNvPr>
          <p:cNvGrpSpPr/>
          <p:nvPr/>
        </p:nvGrpSpPr>
        <p:grpSpPr>
          <a:xfrm>
            <a:off x="6323012" y="2057400"/>
            <a:ext cx="2438400" cy="1524000"/>
            <a:chOff x="6323012" y="2057400"/>
            <a:chExt cx="2438400" cy="1524000"/>
          </a:xfrm>
        </p:grpSpPr>
        <p:sp>
          <p:nvSpPr>
            <p:cNvPr id="7" name="正方形/長方形 6">
              <a:extLst>
                <a:ext uri="{FF2B5EF4-FFF2-40B4-BE49-F238E27FC236}">
                  <a16:creationId xmlns:a16="http://schemas.microsoft.com/office/drawing/2014/main" id="{6FD22BED-9105-9673-2655-8D3432ED9B86}"/>
                </a:ext>
              </a:extLst>
            </p:cNvPr>
            <p:cNvSpPr/>
            <p:nvPr/>
          </p:nvSpPr>
          <p:spPr>
            <a:xfrm>
              <a:off x="6713310" y="2171700"/>
              <a:ext cx="1676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ハッシュ関数</a:t>
              </a:r>
            </a:p>
          </p:txBody>
        </p:sp>
        <p:cxnSp>
          <p:nvCxnSpPr>
            <p:cNvPr id="10" name="直線矢印コネクタ 9">
              <a:extLst>
                <a:ext uri="{FF2B5EF4-FFF2-40B4-BE49-F238E27FC236}">
                  <a16:creationId xmlns:a16="http://schemas.microsoft.com/office/drawing/2014/main" id="{923775D6-4E6F-6613-42AF-BF350171E2F8}"/>
                </a:ext>
              </a:extLst>
            </p:cNvPr>
            <p:cNvCxnSpPr>
              <a:endCxn id="7" idx="3"/>
            </p:cNvCxnSpPr>
            <p:nvPr/>
          </p:nvCxnSpPr>
          <p:spPr>
            <a:xfrm flipH="1">
              <a:off x="8389710" y="2057400"/>
              <a:ext cx="371702" cy="5715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直線矢印コネクタ 11">
              <a:extLst>
                <a:ext uri="{FF2B5EF4-FFF2-40B4-BE49-F238E27FC236}">
                  <a16:creationId xmlns:a16="http://schemas.microsoft.com/office/drawing/2014/main" id="{CD758408-006A-E69A-2C37-190C1C4545AE}"/>
                </a:ext>
              </a:extLst>
            </p:cNvPr>
            <p:cNvCxnSpPr>
              <a:endCxn id="7" idx="3"/>
            </p:cNvCxnSpPr>
            <p:nvPr/>
          </p:nvCxnSpPr>
          <p:spPr>
            <a:xfrm flipH="1">
              <a:off x="8389710" y="2438400"/>
              <a:ext cx="371702" cy="1905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直線矢印コネクタ 13">
              <a:extLst>
                <a:ext uri="{FF2B5EF4-FFF2-40B4-BE49-F238E27FC236}">
                  <a16:creationId xmlns:a16="http://schemas.microsoft.com/office/drawing/2014/main" id="{5A8EF6DA-E152-D169-FA71-4BDCBCE089D6}"/>
                </a:ext>
              </a:extLst>
            </p:cNvPr>
            <p:cNvCxnSpPr>
              <a:endCxn id="7" idx="3"/>
            </p:cNvCxnSpPr>
            <p:nvPr/>
          </p:nvCxnSpPr>
          <p:spPr>
            <a:xfrm flipH="1" flipV="1">
              <a:off x="8389710" y="2628900"/>
              <a:ext cx="371702" cy="1794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直線矢印コネクタ 15">
              <a:extLst>
                <a:ext uri="{FF2B5EF4-FFF2-40B4-BE49-F238E27FC236}">
                  <a16:creationId xmlns:a16="http://schemas.microsoft.com/office/drawing/2014/main" id="{07880CE8-6982-92D5-EA48-AD339187172C}"/>
                </a:ext>
              </a:extLst>
            </p:cNvPr>
            <p:cNvCxnSpPr>
              <a:stCxn id="7" idx="1"/>
            </p:cNvCxnSpPr>
            <p:nvPr/>
          </p:nvCxnSpPr>
          <p:spPr>
            <a:xfrm flipH="1" flipV="1">
              <a:off x="6323012" y="2438400"/>
              <a:ext cx="390298" cy="1905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直線矢印コネクタ 17">
              <a:extLst>
                <a:ext uri="{FF2B5EF4-FFF2-40B4-BE49-F238E27FC236}">
                  <a16:creationId xmlns:a16="http://schemas.microsoft.com/office/drawing/2014/main" id="{38039CF2-6917-2F0F-A391-8841608E0FF2}"/>
                </a:ext>
              </a:extLst>
            </p:cNvPr>
            <p:cNvCxnSpPr>
              <a:stCxn id="7" idx="1"/>
            </p:cNvCxnSpPr>
            <p:nvPr/>
          </p:nvCxnSpPr>
          <p:spPr>
            <a:xfrm flipH="1">
              <a:off x="6323012" y="2628900"/>
              <a:ext cx="390298" cy="9525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直線矢印コネクタ 19">
              <a:extLst>
                <a:ext uri="{FF2B5EF4-FFF2-40B4-BE49-F238E27FC236}">
                  <a16:creationId xmlns:a16="http://schemas.microsoft.com/office/drawing/2014/main" id="{AD52D636-8B60-B2BD-54D1-79AF894CE944}"/>
                </a:ext>
              </a:extLst>
            </p:cNvPr>
            <p:cNvCxnSpPr>
              <a:stCxn id="7" idx="1"/>
            </p:cNvCxnSpPr>
            <p:nvPr/>
          </p:nvCxnSpPr>
          <p:spPr>
            <a:xfrm flipH="1">
              <a:off x="6323012" y="2628900"/>
              <a:ext cx="390298" cy="5715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32" name="グループ化 31">
            <a:extLst>
              <a:ext uri="{FF2B5EF4-FFF2-40B4-BE49-F238E27FC236}">
                <a16:creationId xmlns:a16="http://schemas.microsoft.com/office/drawing/2014/main" id="{93584CD3-AF62-BAC9-3C48-EB0537710B30}"/>
              </a:ext>
            </a:extLst>
          </p:cNvPr>
          <p:cNvGrpSpPr/>
          <p:nvPr/>
        </p:nvGrpSpPr>
        <p:grpSpPr>
          <a:xfrm>
            <a:off x="3656012" y="2057400"/>
            <a:ext cx="304800" cy="1905000"/>
            <a:chOff x="3656012" y="2057400"/>
            <a:chExt cx="304800" cy="1905000"/>
          </a:xfrm>
        </p:grpSpPr>
        <p:cxnSp>
          <p:nvCxnSpPr>
            <p:cNvPr id="22" name="直線矢印コネクタ 21">
              <a:extLst>
                <a:ext uri="{FF2B5EF4-FFF2-40B4-BE49-F238E27FC236}">
                  <a16:creationId xmlns:a16="http://schemas.microsoft.com/office/drawing/2014/main" id="{278C9D98-7B6B-DE8E-5FDE-5799E44E89FD}"/>
                </a:ext>
              </a:extLst>
            </p:cNvPr>
            <p:cNvCxnSpPr/>
            <p:nvPr/>
          </p:nvCxnSpPr>
          <p:spPr>
            <a:xfrm>
              <a:off x="3656012" y="2057400"/>
              <a:ext cx="3048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線矢印コネクタ 22">
              <a:extLst>
                <a:ext uri="{FF2B5EF4-FFF2-40B4-BE49-F238E27FC236}">
                  <a16:creationId xmlns:a16="http://schemas.microsoft.com/office/drawing/2014/main" id="{ACA45D00-CCFF-9757-D774-19315C51E824}"/>
                </a:ext>
              </a:extLst>
            </p:cNvPr>
            <p:cNvCxnSpPr/>
            <p:nvPr/>
          </p:nvCxnSpPr>
          <p:spPr>
            <a:xfrm>
              <a:off x="3656012" y="2438400"/>
              <a:ext cx="3048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線矢印コネクタ 27">
              <a:extLst>
                <a:ext uri="{FF2B5EF4-FFF2-40B4-BE49-F238E27FC236}">
                  <a16:creationId xmlns:a16="http://schemas.microsoft.com/office/drawing/2014/main" id="{DA85065A-42AD-612C-D1C9-68A88F814744}"/>
                </a:ext>
              </a:extLst>
            </p:cNvPr>
            <p:cNvCxnSpPr/>
            <p:nvPr/>
          </p:nvCxnSpPr>
          <p:spPr>
            <a:xfrm>
              <a:off x="3656012" y="2819400"/>
              <a:ext cx="3048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直線矢印コネクタ 28">
              <a:extLst>
                <a:ext uri="{FF2B5EF4-FFF2-40B4-BE49-F238E27FC236}">
                  <a16:creationId xmlns:a16="http://schemas.microsoft.com/office/drawing/2014/main" id="{7B8A70F7-52E5-9FD6-3317-68CABE448619}"/>
                </a:ext>
              </a:extLst>
            </p:cNvPr>
            <p:cNvCxnSpPr/>
            <p:nvPr/>
          </p:nvCxnSpPr>
          <p:spPr>
            <a:xfrm>
              <a:off x="3656012" y="3200400"/>
              <a:ext cx="3048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直線矢印コネクタ 29">
              <a:extLst>
                <a:ext uri="{FF2B5EF4-FFF2-40B4-BE49-F238E27FC236}">
                  <a16:creationId xmlns:a16="http://schemas.microsoft.com/office/drawing/2014/main" id="{E06A6E12-53FE-3A1F-8934-C0F680A37405}"/>
                </a:ext>
              </a:extLst>
            </p:cNvPr>
            <p:cNvCxnSpPr/>
            <p:nvPr/>
          </p:nvCxnSpPr>
          <p:spPr>
            <a:xfrm>
              <a:off x="3656012" y="3581400"/>
              <a:ext cx="3048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直線矢印コネクタ 30">
              <a:extLst>
                <a:ext uri="{FF2B5EF4-FFF2-40B4-BE49-F238E27FC236}">
                  <a16:creationId xmlns:a16="http://schemas.microsoft.com/office/drawing/2014/main" id="{2D7459D6-F1EB-B45F-3298-2961906257E2}"/>
                </a:ext>
              </a:extLst>
            </p:cNvPr>
            <p:cNvCxnSpPr/>
            <p:nvPr/>
          </p:nvCxnSpPr>
          <p:spPr>
            <a:xfrm>
              <a:off x="3656012" y="3962400"/>
              <a:ext cx="3048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34" name="テキスト ボックス 33">
            <a:extLst>
              <a:ext uri="{FF2B5EF4-FFF2-40B4-BE49-F238E27FC236}">
                <a16:creationId xmlns:a16="http://schemas.microsoft.com/office/drawing/2014/main" id="{9211A462-677C-2F42-82AD-41CA079D2A74}"/>
              </a:ext>
            </a:extLst>
          </p:cNvPr>
          <p:cNvSpPr txBox="1"/>
          <p:nvPr/>
        </p:nvSpPr>
        <p:spPr>
          <a:xfrm>
            <a:off x="1217612" y="4478434"/>
            <a:ext cx="9458038" cy="1200329"/>
          </a:xfrm>
          <a:prstGeom prst="rect">
            <a:avLst/>
          </a:prstGeom>
          <a:noFill/>
        </p:spPr>
        <p:txBody>
          <a:bodyPr wrap="none" rtlCol="0">
            <a:spAutoFit/>
          </a:bodyPr>
          <a:lstStyle/>
          <a:p>
            <a:r>
              <a:rPr kumimoji="1" lang="ja-JP" altLang="en-US" dirty="0"/>
              <a:t>片方のテーブルをハッシュ化したテーブルを用意し、</a:t>
            </a:r>
            <a:endParaRPr kumimoji="1" lang="en-US" altLang="ja-JP" dirty="0"/>
          </a:p>
          <a:p>
            <a:r>
              <a:rPr kumimoji="1" lang="ja-JP" altLang="en-US" dirty="0"/>
              <a:t>もう片方のテーブルの各列をハッシュ化しながら比較する方式。</a:t>
            </a:r>
            <a:endParaRPr kumimoji="1" lang="en-US" altLang="ja-JP" dirty="0"/>
          </a:p>
          <a:p>
            <a:r>
              <a:rPr kumimoji="1" lang="ja-JP" altLang="en-US" dirty="0"/>
              <a:t>両方のテーブルを一度ずつ走査するだけで済む。</a:t>
            </a:r>
            <a:r>
              <a:rPr kumimoji="1" lang="en-US" altLang="ja-JP" dirty="0"/>
              <a:t>O(M+N</a:t>
            </a:r>
            <a:r>
              <a:rPr kumimoji="1" lang="ja-JP" altLang="en-US" dirty="0"/>
              <a:t>）</a:t>
            </a:r>
            <a:br>
              <a:rPr kumimoji="1" lang="en-US" altLang="ja-JP" dirty="0"/>
            </a:br>
            <a:r>
              <a:rPr lang="en-US" altLang="ja-JP" dirty="0"/>
              <a:t>Hash</a:t>
            </a:r>
            <a:r>
              <a:rPr lang="ja-JP" altLang="en-US" dirty="0"/>
              <a:t>結合の主な特徴は、ハッシュテーブルを作成するためにメモリを多く消費すること。</a:t>
            </a:r>
            <a:endParaRPr kumimoji="1" lang="ja-JP" altLang="en-US" dirty="0"/>
          </a:p>
        </p:txBody>
      </p:sp>
    </p:spTree>
    <p:extLst>
      <p:ext uri="{BB962C8B-B14F-4D97-AF65-F5344CB8AC3E}">
        <p14:creationId xmlns:p14="http://schemas.microsoft.com/office/powerpoint/2010/main" val="716544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23361A-74A4-727B-41DB-1AF6B488AB33}"/>
              </a:ext>
            </a:extLst>
          </p:cNvPr>
          <p:cNvSpPr>
            <a:spLocks noGrp="1"/>
          </p:cNvSpPr>
          <p:nvPr>
            <p:ph type="title"/>
          </p:nvPr>
        </p:nvSpPr>
        <p:spPr>
          <a:xfrm>
            <a:off x="1065212" y="533400"/>
            <a:ext cx="8686801" cy="533400"/>
          </a:xfrm>
        </p:spPr>
        <p:txBody>
          <a:bodyPr>
            <a:normAutofit/>
          </a:bodyPr>
          <a:lstStyle/>
          <a:p>
            <a:r>
              <a:rPr lang="en-US" altLang="ja-JP" sz="2800" dirty="0"/>
              <a:t>Merge Join</a:t>
            </a:r>
            <a:r>
              <a:rPr lang="ja-JP" altLang="en-US" sz="2800" dirty="0"/>
              <a:t>（</a:t>
            </a:r>
            <a:r>
              <a:rPr lang="en-US" altLang="ja-JP" sz="2800" dirty="0"/>
              <a:t>Sort Merge</a:t>
            </a:r>
            <a:r>
              <a:rPr lang="ja-JP" altLang="en-US" sz="2800" dirty="0"/>
              <a:t>）</a:t>
            </a:r>
            <a:endParaRPr kumimoji="1" lang="ja-JP" altLang="en-US" sz="2800" dirty="0"/>
          </a:p>
        </p:txBody>
      </p:sp>
      <p:graphicFrame>
        <p:nvGraphicFramePr>
          <p:cNvPr id="4" name="表 3">
            <a:extLst>
              <a:ext uri="{FF2B5EF4-FFF2-40B4-BE49-F238E27FC236}">
                <a16:creationId xmlns:a16="http://schemas.microsoft.com/office/drawing/2014/main" id="{CD288A54-6174-DF43-BD6D-4EDD7B4C8D24}"/>
              </a:ext>
            </a:extLst>
          </p:cNvPr>
          <p:cNvGraphicFramePr>
            <a:graphicFrameLocks noGrp="1"/>
          </p:cNvGraphicFramePr>
          <p:nvPr>
            <p:extLst>
              <p:ext uri="{D42A27DB-BD31-4B8C-83A1-F6EECF244321}">
                <p14:modId xmlns:p14="http://schemas.microsoft.com/office/powerpoint/2010/main" val="1222274449"/>
              </p:ext>
            </p:extLst>
          </p:nvPr>
        </p:nvGraphicFramePr>
        <p:xfrm>
          <a:off x="3764836" y="1295400"/>
          <a:ext cx="2514600" cy="18415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3451625457"/>
                    </a:ext>
                  </a:extLst>
                </a:gridCol>
              </a:tblGrid>
              <a:tr h="368300">
                <a:tc>
                  <a:txBody>
                    <a:bodyPr/>
                    <a:lstStyle/>
                    <a:p>
                      <a:r>
                        <a:rPr kumimoji="1" lang="ja-JP" altLang="en-US" dirty="0"/>
                        <a:t>テーブル</a:t>
                      </a:r>
                      <a:r>
                        <a:rPr kumimoji="1" lang="en-US" altLang="ja-JP" dirty="0"/>
                        <a:t>B</a:t>
                      </a:r>
                      <a:r>
                        <a:rPr kumimoji="1" lang="ja-JP" altLang="en-US" dirty="0"/>
                        <a:t>結合列 </a:t>
                      </a:r>
                      <a:r>
                        <a:rPr kumimoji="1" lang="en-US" altLang="ja-JP" dirty="0"/>
                        <a:t>N</a:t>
                      </a:r>
                      <a:r>
                        <a:rPr kumimoji="1" lang="ja-JP" altLang="en-US" dirty="0"/>
                        <a:t>行</a:t>
                      </a:r>
                    </a:p>
                  </a:txBody>
                  <a:tcPr/>
                </a:tc>
                <a:extLst>
                  <a:ext uri="{0D108BD9-81ED-4DB2-BD59-A6C34878D82A}">
                    <a16:rowId xmlns:a16="http://schemas.microsoft.com/office/drawing/2014/main" val="1317627175"/>
                  </a:ext>
                </a:extLst>
              </a:tr>
              <a:tr h="368300">
                <a:tc>
                  <a:txBody>
                    <a:bodyPr/>
                    <a:lstStyle/>
                    <a:p>
                      <a:r>
                        <a:rPr kumimoji="1" lang="en-US" altLang="ja-JP" dirty="0"/>
                        <a:t>20</a:t>
                      </a:r>
                      <a:endParaRPr kumimoji="1" lang="ja-JP" altLang="en-US" dirty="0"/>
                    </a:p>
                  </a:txBody>
                  <a:tcPr/>
                </a:tc>
                <a:extLst>
                  <a:ext uri="{0D108BD9-81ED-4DB2-BD59-A6C34878D82A}">
                    <a16:rowId xmlns:a16="http://schemas.microsoft.com/office/drawing/2014/main" val="1389747066"/>
                  </a:ext>
                </a:extLst>
              </a:tr>
              <a:tr h="368300">
                <a:tc>
                  <a:txBody>
                    <a:bodyPr/>
                    <a:lstStyle/>
                    <a:p>
                      <a:r>
                        <a:rPr kumimoji="1" lang="en-US" altLang="ja-JP" dirty="0"/>
                        <a:t>4</a:t>
                      </a:r>
                      <a:endParaRPr kumimoji="1" lang="ja-JP" altLang="en-US" dirty="0"/>
                    </a:p>
                  </a:txBody>
                  <a:tcPr/>
                </a:tc>
                <a:extLst>
                  <a:ext uri="{0D108BD9-81ED-4DB2-BD59-A6C34878D82A}">
                    <a16:rowId xmlns:a16="http://schemas.microsoft.com/office/drawing/2014/main" val="283063805"/>
                  </a:ext>
                </a:extLst>
              </a:tr>
              <a:tr h="368300">
                <a:tc>
                  <a:txBody>
                    <a:bodyPr/>
                    <a:lstStyle/>
                    <a:p>
                      <a:r>
                        <a:rPr kumimoji="1" lang="en-US" altLang="ja-JP" dirty="0"/>
                        <a:t>100</a:t>
                      </a:r>
                      <a:endParaRPr kumimoji="1" lang="ja-JP" altLang="en-US" dirty="0"/>
                    </a:p>
                  </a:txBody>
                  <a:tcPr/>
                </a:tc>
                <a:extLst>
                  <a:ext uri="{0D108BD9-81ED-4DB2-BD59-A6C34878D82A}">
                    <a16:rowId xmlns:a16="http://schemas.microsoft.com/office/drawing/2014/main" val="317672186"/>
                  </a:ext>
                </a:extLst>
              </a:tr>
              <a:tr h="368300">
                <a:tc>
                  <a:txBody>
                    <a:bodyPr/>
                    <a:lstStyle/>
                    <a:p>
                      <a:r>
                        <a:rPr kumimoji="1" lang="ja-JP" altLang="en-US" dirty="0"/>
                        <a:t>・・・</a:t>
                      </a:r>
                    </a:p>
                  </a:txBody>
                  <a:tcPr/>
                </a:tc>
                <a:extLst>
                  <a:ext uri="{0D108BD9-81ED-4DB2-BD59-A6C34878D82A}">
                    <a16:rowId xmlns:a16="http://schemas.microsoft.com/office/drawing/2014/main" val="2346868996"/>
                  </a:ext>
                </a:extLst>
              </a:tr>
            </a:tbl>
          </a:graphicData>
        </a:graphic>
      </p:graphicFrame>
      <p:graphicFrame>
        <p:nvGraphicFramePr>
          <p:cNvPr id="5" name="表 4">
            <a:extLst>
              <a:ext uri="{FF2B5EF4-FFF2-40B4-BE49-F238E27FC236}">
                <a16:creationId xmlns:a16="http://schemas.microsoft.com/office/drawing/2014/main" id="{453F2AEE-29FB-E29A-166C-E07822D7CD6B}"/>
              </a:ext>
            </a:extLst>
          </p:cNvPr>
          <p:cNvGraphicFramePr>
            <a:graphicFrameLocks noGrp="1"/>
          </p:cNvGraphicFramePr>
          <p:nvPr>
            <p:extLst>
              <p:ext uri="{D42A27DB-BD31-4B8C-83A1-F6EECF244321}">
                <p14:modId xmlns:p14="http://schemas.microsoft.com/office/powerpoint/2010/main" val="3394878888"/>
              </p:ext>
            </p:extLst>
          </p:nvPr>
        </p:nvGraphicFramePr>
        <p:xfrm>
          <a:off x="1141412" y="1295400"/>
          <a:ext cx="2590800" cy="2578100"/>
        </p:xfrm>
        <a:graphic>
          <a:graphicData uri="http://schemas.openxmlformats.org/drawingml/2006/table">
            <a:tbl>
              <a:tblPr firstRow="1" bandRow="1">
                <a:tableStyleId>{5C22544A-7EE6-4342-B048-85BDC9FD1C3A}</a:tableStyleId>
              </a:tblPr>
              <a:tblGrid>
                <a:gridCol w="2590800">
                  <a:extLst>
                    <a:ext uri="{9D8B030D-6E8A-4147-A177-3AD203B41FA5}">
                      <a16:colId xmlns:a16="http://schemas.microsoft.com/office/drawing/2014/main" val="3451625457"/>
                    </a:ext>
                  </a:extLst>
                </a:gridCol>
              </a:tblGrid>
              <a:tr h="368300">
                <a:tc>
                  <a:txBody>
                    <a:bodyPr/>
                    <a:lstStyle/>
                    <a:p>
                      <a:r>
                        <a:rPr kumimoji="1" lang="ja-JP" altLang="en-US" dirty="0"/>
                        <a:t>テーブル</a:t>
                      </a:r>
                      <a:r>
                        <a:rPr kumimoji="1" lang="en-US" altLang="ja-JP" dirty="0"/>
                        <a:t>A</a:t>
                      </a:r>
                      <a:r>
                        <a:rPr kumimoji="1" lang="ja-JP" altLang="en-US" dirty="0"/>
                        <a:t>結合列　</a:t>
                      </a:r>
                      <a:r>
                        <a:rPr kumimoji="1" lang="en-US" altLang="ja-JP" dirty="0"/>
                        <a:t>M</a:t>
                      </a:r>
                      <a:r>
                        <a:rPr kumimoji="1" lang="ja-JP" altLang="en-US" dirty="0"/>
                        <a:t>行</a:t>
                      </a:r>
                    </a:p>
                  </a:txBody>
                  <a:tcPr/>
                </a:tc>
                <a:extLst>
                  <a:ext uri="{0D108BD9-81ED-4DB2-BD59-A6C34878D82A}">
                    <a16:rowId xmlns:a16="http://schemas.microsoft.com/office/drawing/2014/main" val="1317627175"/>
                  </a:ext>
                </a:extLst>
              </a:tr>
              <a:tr h="368300">
                <a:tc>
                  <a:txBody>
                    <a:bodyPr/>
                    <a:lstStyle/>
                    <a:p>
                      <a:r>
                        <a:rPr kumimoji="1" lang="en-US" altLang="ja-JP" dirty="0"/>
                        <a:t>5</a:t>
                      </a:r>
                      <a:endParaRPr kumimoji="1" lang="ja-JP" altLang="en-US" dirty="0"/>
                    </a:p>
                  </a:txBody>
                  <a:tcPr/>
                </a:tc>
                <a:extLst>
                  <a:ext uri="{0D108BD9-81ED-4DB2-BD59-A6C34878D82A}">
                    <a16:rowId xmlns:a16="http://schemas.microsoft.com/office/drawing/2014/main" val="1389747066"/>
                  </a:ext>
                </a:extLst>
              </a:tr>
              <a:tr h="368300">
                <a:tc>
                  <a:txBody>
                    <a:bodyPr/>
                    <a:lstStyle/>
                    <a:p>
                      <a:r>
                        <a:rPr kumimoji="1" lang="en-US" altLang="ja-JP" dirty="0"/>
                        <a:t>20</a:t>
                      </a:r>
                      <a:endParaRPr kumimoji="1" lang="ja-JP" altLang="en-US" dirty="0"/>
                    </a:p>
                  </a:txBody>
                  <a:tcPr/>
                </a:tc>
                <a:extLst>
                  <a:ext uri="{0D108BD9-81ED-4DB2-BD59-A6C34878D82A}">
                    <a16:rowId xmlns:a16="http://schemas.microsoft.com/office/drawing/2014/main" val="283063805"/>
                  </a:ext>
                </a:extLst>
              </a:tr>
              <a:tr h="368300">
                <a:tc>
                  <a:txBody>
                    <a:bodyPr/>
                    <a:lstStyle/>
                    <a:p>
                      <a:r>
                        <a:rPr kumimoji="1" lang="en-US" altLang="ja-JP" dirty="0"/>
                        <a:t>1</a:t>
                      </a:r>
                      <a:endParaRPr kumimoji="1" lang="ja-JP" altLang="en-US" dirty="0"/>
                    </a:p>
                  </a:txBody>
                  <a:tcPr/>
                </a:tc>
                <a:extLst>
                  <a:ext uri="{0D108BD9-81ED-4DB2-BD59-A6C34878D82A}">
                    <a16:rowId xmlns:a16="http://schemas.microsoft.com/office/drawing/2014/main" val="317672186"/>
                  </a:ext>
                </a:extLst>
              </a:tr>
              <a:tr h="368300">
                <a:tc>
                  <a:txBody>
                    <a:bodyPr/>
                    <a:lstStyle/>
                    <a:p>
                      <a:r>
                        <a:rPr kumimoji="1" lang="en-US" altLang="ja-JP" dirty="0"/>
                        <a:t>100</a:t>
                      </a:r>
                      <a:endParaRPr kumimoji="1" lang="ja-JP" altLang="en-US" dirty="0"/>
                    </a:p>
                  </a:txBody>
                  <a:tcPr/>
                </a:tc>
                <a:extLst>
                  <a:ext uri="{0D108BD9-81ED-4DB2-BD59-A6C34878D82A}">
                    <a16:rowId xmlns:a16="http://schemas.microsoft.com/office/drawing/2014/main" val="3503614652"/>
                  </a:ext>
                </a:extLst>
              </a:tr>
              <a:tr h="368300">
                <a:tc>
                  <a:txBody>
                    <a:bodyPr/>
                    <a:lstStyle/>
                    <a:p>
                      <a:r>
                        <a:rPr kumimoji="1" lang="en-US" altLang="ja-JP" dirty="0"/>
                        <a:t>4</a:t>
                      </a:r>
                      <a:endParaRPr kumimoji="1" lang="ja-JP" altLang="en-US" dirty="0"/>
                    </a:p>
                  </a:txBody>
                  <a:tcPr/>
                </a:tc>
                <a:extLst>
                  <a:ext uri="{0D108BD9-81ED-4DB2-BD59-A6C34878D82A}">
                    <a16:rowId xmlns:a16="http://schemas.microsoft.com/office/drawing/2014/main" val="2236067377"/>
                  </a:ext>
                </a:extLst>
              </a:tr>
              <a:tr h="368300">
                <a:tc>
                  <a:txBody>
                    <a:bodyPr/>
                    <a:lstStyle/>
                    <a:p>
                      <a:r>
                        <a:rPr kumimoji="1" lang="ja-JP" altLang="en-US" dirty="0"/>
                        <a:t>・・・</a:t>
                      </a:r>
                    </a:p>
                  </a:txBody>
                  <a:tcPr/>
                </a:tc>
                <a:extLst>
                  <a:ext uri="{0D108BD9-81ED-4DB2-BD59-A6C34878D82A}">
                    <a16:rowId xmlns:a16="http://schemas.microsoft.com/office/drawing/2014/main" val="2345084329"/>
                  </a:ext>
                </a:extLst>
              </a:tr>
            </a:tbl>
          </a:graphicData>
        </a:graphic>
      </p:graphicFrame>
      <p:graphicFrame>
        <p:nvGraphicFramePr>
          <p:cNvPr id="6" name="表 5">
            <a:extLst>
              <a:ext uri="{FF2B5EF4-FFF2-40B4-BE49-F238E27FC236}">
                <a16:creationId xmlns:a16="http://schemas.microsoft.com/office/drawing/2014/main" id="{BA60A18D-6A74-15F1-8A08-A88398AC7C6A}"/>
              </a:ext>
            </a:extLst>
          </p:cNvPr>
          <p:cNvGraphicFramePr>
            <a:graphicFrameLocks noGrp="1"/>
          </p:cNvGraphicFramePr>
          <p:nvPr>
            <p:extLst>
              <p:ext uri="{D42A27DB-BD31-4B8C-83A1-F6EECF244321}">
                <p14:modId xmlns:p14="http://schemas.microsoft.com/office/powerpoint/2010/main" val="4271003279"/>
              </p:ext>
            </p:extLst>
          </p:nvPr>
        </p:nvGraphicFramePr>
        <p:xfrm>
          <a:off x="9098836" y="1295400"/>
          <a:ext cx="2514600" cy="18415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3451625457"/>
                    </a:ext>
                  </a:extLst>
                </a:gridCol>
              </a:tblGrid>
              <a:tr h="368300">
                <a:tc>
                  <a:txBody>
                    <a:bodyPr/>
                    <a:lstStyle/>
                    <a:p>
                      <a:r>
                        <a:rPr kumimoji="1" lang="ja-JP" altLang="en-US" dirty="0"/>
                        <a:t>テーブル</a:t>
                      </a:r>
                      <a:r>
                        <a:rPr kumimoji="1" lang="en-US" altLang="ja-JP" dirty="0"/>
                        <a:t>B</a:t>
                      </a:r>
                      <a:r>
                        <a:rPr kumimoji="1" lang="ja-JP" altLang="en-US" dirty="0"/>
                        <a:t>結合列 </a:t>
                      </a:r>
                      <a:r>
                        <a:rPr kumimoji="1" lang="en-US" altLang="ja-JP" dirty="0"/>
                        <a:t>N</a:t>
                      </a:r>
                      <a:r>
                        <a:rPr kumimoji="1" lang="ja-JP" altLang="en-US" dirty="0"/>
                        <a:t>行</a:t>
                      </a:r>
                    </a:p>
                  </a:txBody>
                  <a:tcPr/>
                </a:tc>
                <a:extLst>
                  <a:ext uri="{0D108BD9-81ED-4DB2-BD59-A6C34878D82A}">
                    <a16:rowId xmlns:a16="http://schemas.microsoft.com/office/drawing/2014/main" val="1317627175"/>
                  </a:ext>
                </a:extLst>
              </a:tr>
              <a:tr h="368300">
                <a:tc>
                  <a:txBody>
                    <a:bodyPr/>
                    <a:lstStyle/>
                    <a:p>
                      <a:r>
                        <a:rPr kumimoji="1" lang="en-US" altLang="ja-JP" dirty="0"/>
                        <a:t>20</a:t>
                      </a:r>
                      <a:endParaRPr kumimoji="1" lang="ja-JP" altLang="en-US" dirty="0"/>
                    </a:p>
                  </a:txBody>
                  <a:tcPr/>
                </a:tc>
                <a:extLst>
                  <a:ext uri="{0D108BD9-81ED-4DB2-BD59-A6C34878D82A}">
                    <a16:rowId xmlns:a16="http://schemas.microsoft.com/office/drawing/2014/main" val="1389747066"/>
                  </a:ext>
                </a:extLst>
              </a:tr>
              <a:tr h="368300">
                <a:tc>
                  <a:txBody>
                    <a:bodyPr/>
                    <a:lstStyle/>
                    <a:p>
                      <a:r>
                        <a:rPr kumimoji="1" lang="en-US" altLang="ja-JP" dirty="0"/>
                        <a:t>4</a:t>
                      </a:r>
                      <a:endParaRPr kumimoji="1" lang="ja-JP" altLang="en-US" dirty="0"/>
                    </a:p>
                  </a:txBody>
                  <a:tcPr/>
                </a:tc>
                <a:extLst>
                  <a:ext uri="{0D108BD9-81ED-4DB2-BD59-A6C34878D82A}">
                    <a16:rowId xmlns:a16="http://schemas.microsoft.com/office/drawing/2014/main" val="283063805"/>
                  </a:ext>
                </a:extLst>
              </a:tr>
              <a:tr h="368300">
                <a:tc>
                  <a:txBody>
                    <a:bodyPr/>
                    <a:lstStyle/>
                    <a:p>
                      <a:r>
                        <a:rPr kumimoji="1" lang="en-US" altLang="ja-JP" dirty="0"/>
                        <a:t>100</a:t>
                      </a:r>
                      <a:endParaRPr kumimoji="1" lang="ja-JP" altLang="en-US" dirty="0"/>
                    </a:p>
                  </a:txBody>
                  <a:tcPr/>
                </a:tc>
                <a:extLst>
                  <a:ext uri="{0D108BD9-81ED-4DB2-BD59-A6C34878D82A}">
                    <a16:rowId xmlns:a16="http://schemas.microsoft.com/office/drawing/2014/main" val="317672186"/>
                  </a:ext>
                </a:extLst>
              </a:tr>
              <a:tr h="368300">
                <a:tc>
                  <a:txBody>
                    <a:bodyPr/>
                    <a:lstStyle/>
                    <a:p>
                      <a:r>
                        <a:rPr kumimoji="1" lang="ja-JP" altLang="en-US" dirty="0"/>
                        <a:t>・・・</a:t>
                      </a:r>
                    </a:p>
                  </a:txBody>
                  <a:tcPr/>
                </a:tc>
                <a:extLst>
                  <a:ext uri="{0D108BD9-81ED-4DB2-BD59-A6C34878D82A}">
                    <a16:rowId xmlns:a16="http://schemas.microsoft.com/office/drawing/2014/main" val="2346868996"/>
                  </a:ext>
                </a:extLst>
              </a:tr>
            </a:tbl>
          </a:graphicData>
        </a:graphic>
      </p:graphicFrame>
      <p:graphicFrame>
        <p:nvGraphicFramePr>
          <p:cNvPr id="7" name="表 6">
            <a:extLst>
              <a:ext uri="{FF2B5EF4-FFF2-40B4-BE49-F238E27FC236}">
                <a16:creationId xmlns:a16="http://schemas.microsoft.com/office/drawing/2014/main" id="{C51A11BD-5E85-0A1A-B04C-87B2D59AD1D2}"/>
              </a:ext>
            </a:extLst>
          </p:cNvPr>
          <p:cNvGraphicFramePr>
            <a:graphicFrameLocks noGrp="1"/>
          </p:cNvGraphicFramePr>
          <p:nvPr>
            <p:extLst>
              <p:ext uri="{D42A27DB-BD31-4B8C-83A1-F6EECF244321}">
                <p14:modId xmlns:p14="http://schemas.microsoft.com/office/powerpoint/2010/main" val="1064586027"/>
              </p:ext>
            </p:extLst>
          </p:nvPr>
        </p:nvGraphicFramePr>
        <p:xfrm>
          <a:off x="6475412" y="1295400"/>
          <a:ext cx="2590800" cy="2578100"/>
        </p:xfrm>
        <a:graphic>
          <a:graphicData uri="http://schemas.openxmlformats.org/drawingml/2006/table">
            <a:tbl>
              <a:tblPr firstRow="1" bandRow="1">
                <a:tableStyleId>{5C22544A-7EE6-4342-B048-85BDC9FD1C3A}</a:tableStyleId>
              </a:tblPr>
              <a:tblGrid>
                <a:gridCol w="2590800">
                  <a:extLst>
                    <a:ext uri="{9D8B030D-6E8A-4147-A177-3AD203B41FA5}">
                      <a16:colId xmlns:a16="http://schemas.microsoft.com/office/drawing/2014/main" val="3451625457"/>
                    </a:ext>
                  </a:extLst>
                </a:gridCol>
              </a:tblGrid>
              <a:tr h="368300">
                <a:tc>
                  <a:txBody>
                    <a:bodyPr/>
                    <a:lstStyle/>
                    <a:p>
                      <a:r>
                        <a:rPr kumimoji="1" lang="ja-JP" altLang="en-US" dirty="0"/>
                        <a:t>テーブル</a:t>
                      </a:r>
                      <a:r>
                        <a:rPr kumimoji="1" lang="en-US" altLang="ja-JP" dirty="0"/>
                        <a:t>A</a:t>
                      </a:r>
                      <a:r>
                        <a:rPr kumimoji="1" lang="ja-JP" altLang="en-US" dirty="0"/>
                        <a:t>結合列　</a:t>
                      </a:r>
                      <a:r>
                        <a:rPr kumimoji="1" lang="en-US" altLang="ja-JP" dirty="0"/>
                        <a:t>M</a:t>
                      </a:r>
                      <a:r>
                        <a:rPr kumimoji="1" lang="ja-JP" altLang="en-US" dirty="0"/>
                        <a:t>行</a:t>
                      </a:r>
                    </a:p>
                  </a:txBody>
                  <a:tcPr/>
                </a:tc>
                <a:extLst>
                  <a:ext uri="{0D108BD9-81ED-4DB2-BD59-A6C34878D82A}">
                    <a16:rowId xmlns:a16="http://schemas.microsoft.com/office/drawing/2014/main" val="1317627175"/>
                  </a:ext>
                </a:extLst>
              </a:tr>
              <a:tr h="368300">
                <a:tc>
                  <a:txBody>
                    <a:bodyPr/>
                    <a:lstStyle/>
                    <a:p>
                      <a:r>
                        <a:rPr kumimoji="1" lang="en-US" altLang="ja-JP" dirty="0"/>
                        <a:t>1</a:t>
                      </a:r>
                      <a:endParaRPr kumimoji="1" lang="ja-JP" altLang="en-US" dirty="0"/>
                    </a:p>
                  </a:txBody>
                  <a:tcPr/>
                </a:tc>
                <a:extLst>
                  <a:ext uri="{0D108BD9-81ED-4DB2-BD59-A6C34878D82A}">
                    <a16:rowId xmlns:a16="http://schemas.microsoft.com/office/drawing/2014/main" val="1389747066"/>
                  </a:ext>
                </a:extLst>
              </a:tr>
              <a:tr h="368300">
                <a:tc>
                  <a:txBody>
                    <a:bodyPr/>
                    <a:lstStyle/>
                    <a:p>
                      <a:r>
                        <a:rPr kumimoji="1" lang="en-US" altLang="ja-JP" dirty="0"/>
                        <a:t>5</a:t>
                      </a:r>
                      <a:endParaRPr kumimoji="1" lang="ja-JP" altLang="en-US" dirty="0"/>
                    </a:p>
                  </a:txBody>
                  <a:tcPr/>
                </a:tc>
                <a:extLst>
                  <a:ext uri="{0D108BD9-81ED-4DB2-BD59-A6C34878D82A}">
                    <a16:rowId xmlns:a16="http://schemas.microsoft.com/office/drawing/2014/main" val="283063805"/>
                  </a:ext>
                </a:extLst>
              </a:tr>
              <a:tr h="368300">
                <a:tc>
                  <a:txBody>
                    <a:bodyPr/>
                    <a:lstStyle/>
                    <a:p>
                      <a:r>
                        <a:rPr kumimoji="1" lang="en-US" altLang="ja-JP" dirty="0"/>
                        <a:t>20</a:t>
                      </a:r>
                      <a:endParaRPr kumimoji="1" lang="ja-JP" altLang="en-US" dirty="0"/>
                    </a:p>
                  </a:txBody>
                  <a:tcPr/>
                </a:tc>
                <a:extLst>
                  <a:ext uri="{0D108BD9-81ED-4DB2-BD59-A6C34878D82A}">
                    <a16:rowId xmlns:a16="http://schemas.microsoft.com/office/drawing/2014/main" val="317672186"/>
                  </a:ext>
                </a:extLst>
              </a:tr>
              <a:tr h="368300">
                <a:tc>
                  <a:txBody>
                    <a:bodyPr/>
                    <a:lstStyle/>
                    <a:p>
                      <a:r>
                        <a:rPr kumimoji="1" lang="en-US" altLang="ja-JP" dirty="0"/>
                        <a:t>4</a:t>
                      </a:r>
                      <a:endParaRPr kumimoji="1" lang="ja-JP" altLang="en-US" dirty="0"/>
                    </a:p>
                  </a:txBody>
                  <a:tcPr/>
                </a:tc>
                <a:extLst>
                  <a:ext uri="{0D108BD9-81ED-4DB2-BD59-A6C34878D82A}">
                    <a16:rowId xmlns:a16="http://schemas.microsoft.com/office/drawing/2014/main" val="3503614652"/>
                  </a:ext>
                </a:extLst>
              </a:tr>
              <a:tr h="368300">
                <a:tc>
                  <a:txBody>
                    <a:bodyPr/>
                    <a:lstStyle/>
                    <a:p>
                      <a:r>
                        <a:rPr kumimoji="1" lang="en-US" altLang="ja-JP" dirty="0"/>
                        <a:t>100</a:t>
                      </a:r>
                      <a:endParaRPr kumimoji="1" lang="ja-JP" altLang="en-US" dirty="0"/>
                    </a:p>
                  </a:txBody>
                  <a:tcPr/>
                </a:tc>
                <a:extLst>
                  <a:ext uri="{0D108BD9-81ED-4DB2-BD59-A6C34878D82A}">
                    <a16:rowId xmlns:a16="http://schemas.microsoft.com/office/drawing/2014/main" val="2236067377"/>
                  </a:ext>
                </a:extLst>
              </a:tr>
              <a:tr h="368300">
                <a:tc>
                  <a:txBody>
                    <a:bodyPr/>
                    <a:lstStyle/>
                    <a:p>
                      <a:r>
                        <a:rPr kumimoji="1" lang="ja-JP" altLang="en-US" dirty="0"/>
                        <a:t>・・・</a:t>
                      </a:r>
                    </a:p>
                  </a:txBody>
                  <a:tcPr/>
                </a:tc>
                <a:extLst>
                  <a:ext uri="{0D108BD9-81ED-4DB2-BD59-A6C34878D82A}">
                    <a16:rowId xmlns:a16="http://schemas.microsoft.com/office/drawing/2014/main" val="2345084329"/>
                  </a:ext>
                </a:extLst>
              </a:tr>
            </a:tbl>
          </a:graphicData>
        </a:graphic>
      </p:graphicFrame>
      <p:sp>
        <p:nvSpPr>
          <p:cNvPr id="8" name="矢印: 右 7">
            <a:extLst>
              <a:ext uri="{FF2B5EF4-FFF2-40B4-BE49-F238E27FC236}">
                <a16:creationId xmlns:a16="http://schemas.microsoft.com/office/drawing/2014/main" id="{3CE54651-C620-4E2D-7408-68C7C6E62484}"/>
              </a:ext>
            </a:extLst>
          </p:cNvPr>
          <p:cNvSpPr/>
          <p:nvPr/>
        </p:nvSpPr>
        <p:spPr>
          <a:xfrm>
            <a:off x="5751512" y="3873500"/>
            <a:ext cx="1447800"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ソート</a:t>
            </a:r>
          </a:p>
        </p:txBody>
      </p:sp>
      <p:sp>
        <p:nvSpPr>
          <p:cNvPr id="9" name="テキスト ボックス 8">
            <a:extLst>
              <a:ext uri="{FF2B5EF4-FFF2-40B4-BE49-F238E27FC236}">
                <a16:creationId xmlns:a16="http://schemas.microsoft.com/office/drawing/2014/main" id="{9752023A-6F90-FFBC-1911-0677750ABA63}"/>
              </a:ext>
            </a:extLst>
          </p:cNvPr>
          <p:cNvSpPr txBox="1"/>
          <p:nvPr/>
        </p:nvSpPr>
        <p:spPr>
          <a:xfrm>
            <a:off x="1827212" y="5029200"/>
            <a:ext cx="8956298" cy="646331"/>
          </a:xfrm>
          <a:prstGeom prst="rect">
            <a:avLst/>
          </a:prstGeom>
          <a:noFill/>
        </p:spPr>
        <p:txBody>
          <a:bodyPr wrap="none" rtlCol="0">
            <a:spAutoFit/>
          </a:bodyPr>
          <a:lstStyle/>
          <a:p>
            <a:r>
              <a:rPr lang="ja-JP" altLang="en-US" dirty="0"/>
              <a:t>結合対象のテーブルをそれぞれ結合キーでソートし、一致する結合キーを走査する。</a:t>
            </a:r>
            <a:endParaRPr lang="en-US" altLang="ja-JP" dirty="0"/>
          </a:p>
          <a:p>
            <a:endParaRPr kumimoji="1" lang="ja-JP" altLang="en-US" dirty="0"/>
          </a:p>
        </p:txBody>
      </p:sp>
    </p:spTree>
    <p:extLst>
      <p:ext uri="{BB962C8B-B14F-4D97-AF65-F5344CB8AC3E}">
        <p14:creationId xmlns:p14="http://schemas.microsoft.com/office/powerpoint/2010/main" val="3020716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コントラストにより注目を集めるビジネス用プレゼンテーション (16x9)">
  <a:themeElements>
    <a:clrScheme name="BusinessContrast">
      <a:dk1>
        <a:srgbClr val="000000"/>
      </a:dk1>
      <a:lt1>
        <a:sysClr val="window" lastClr="FFFFFF"/>
      </a:lt1>
      <a:dk2>
        <a:srgbClr val="000000"/>
      </a:dk2>
      <a:lt2>
        <a:srgbClr val="E5E8E8"/>
      </a:lt2>
      <a:accent1>
        <a:srgbClr val="00AEEF"/>
      </a:accent1>
      <a:accent2>
        <a:srgbClr val="EA428A"/>
      </a:accent2>
      <a:accent3>
        <a:srgbClr val="EED500"/>
      </a:accent3>
      <a:accent4>
        <a:srgbClr val="F5A70D"/>
      </a:accent4>
      <a:accent5>
        <a:srgbClr val="8BCB30"/>
      </a:accent5>
      <a:accent6>
        <a:srgbClr val="9962C1"/>
      </a:accent6>
      <a:hlink>
        <a:srgbClr val="00AEEF"/>
      </a:hlink>
      <a:folHlink>
        <a:srgbClr val="9962C1"/>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BusinessContrast">
      <a:dk1>
        <a:srgbClr val="000000"/>
      </a:dk1>
      <a:lt1>
        <a:sysClr val="window" lastClr="FFFFFF"/>
      </a:lt1>
      <a:dk2>
        <a:srgbClr val="000000"/>
      </a:dk2>
      <a:lt2>
        <a:srgbClr val="E5E8E8"/>
      </a:lt2>
      <a:accent1>
        <a:srgbClr val="00AEEF"/>
      </a:accent1>
      <a:accent2>
        <a:srgbClr val="EA428A"/>
      </a:accent2>
      <a:accent3>
        <a:srgbClr val="EED500"/>
      </a:accent3>
      <a:accent4>
        <a:srgbClr val="F5A70D"/>
      </a:accent4>
      <a:accent5>
        <a:srgbClr val="8BCB30"/>
      </a:accent5>
      <a:accent6>
        <a:srgbClr val="9962C1"/>
      </a:accent6>
      <a:hlink>
        <a:srgbClr val="00AEEF"/>
      </a:hlink>
      <a:folHlink>
        <a:srgbClr val="9962C1"/>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BusinessContrast">
      <a:dk1>
        <a:srgbClr val="000000"/>
      </a:dk1>
      <a:lt1>
        <a:sysClr val="window" lastClr="FFFFFF"/>
      </a:lt1>
      <a:dk2>
        <a:srgbClr val="000000"/>
      </a:dk2>
      <a:lt2>
        <a:srgbClr val="E5E8E8"/>
      </a:lt2>
      <a:accent1>
        <a:srgbClr val="00AEEF"/>
      </a:accent1>
      <a:accent2>
        <a:srgbClr val="EA428A"/>
      </a:accent2>
      <a:accent3>
        <a:srgbClr val="EED500"/>
      </a:accent3>
      <a:accent4>
        <a:srgbClr val="F5A70D"/>
      </a:accent4>
      <a:accent5>
        <a:srgbClr val="8BCB30"/>
      </a:accent5>
      <a:accent6>
        <a:srgbClr val="9962C1"/>
      </a:accent6>
      <a:hlink>
        <a:srgbClr val="00AEEF"/>
      </a:hlink>
      <a:folHlink>
        <a:srgbClr val="9962C1"/>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C1D5F340F01F94FA2FD29A5E6DC872E" ma:contentTypeVersion="0" ma:contentTypeDescription="Create a new document." ma:contentTypeScope="" ma:versionID="f583bd66513a361a730282b6a794e352">
  <xsd:schema xmlns:xsd="http://www.w3.org/2001/XMLSchema" xmlns:xs="http://www.w3.org/2001/XMLSchema" xmlns:p="http://schemas.microsoft.com/office/2006/metadata/properties" targetNamespace="http://schemas.microsoft.com/office/2006/metadata/properties" ma:root="true" ma:fieldsID="6841151cf538834e171094e4faaf2d73">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この値は保存または変更の回数を示します。変更後は必ずアプリケーションによってこの値が更新されます。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B73376-B181-4668-84FF-A62668D48FE9}">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99150CD3-A6AC-414D-9560-715EC9E31BA5}">
  <ds:schemaRefs>
    <ds:schemaRef ds:uri="http://schemas.microsoft.com/sharepoint/v3/contenttype/forms"/>
  </ds:schemaRefs>
</ds:datastoreItem>
</file>

<file path=customXml/itemProps3.xml><?xml version="1.0" encoding="utf-8"?>
<ds:datastoreItem xmlns:ds="http://schemas.openxmlformats.org/officeDocument/2006/customXml" ds:itemID="{4E963E73-FDB1-44AE-BA76-746BBD659F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773</TotalTime>
  <Words>2041</Words>
  <Application>Microsoft Office PowerPoint</Application>
  <PresentationFormat>ユーザー設定</PresentationFormat>
  <Paragraphs>193</Paragraphs>
  <Slides>11</Slides>
  <Notes>1</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11</vt:i4>
      </vt:variant>
    </vt:vector>
  </HeadingPairs>
  <TitlesOfParts>
    <vt:vector size="15" baseType="lpstr">
      <vt:lpstr>Meiryo UI</vt:lpstr>
      <vt:lpstr>Arial</vt:lpstr>
      <vt:lpstr>Franklin Gothic Medium</vt:lpstr>
      <vt:lpstr>コントラストにより注目を集めるビジネス用プレゼンテーション (16x9)</vt:lpstr>
      <vt:lpstr>index</vt:lpstr>
      <vt:lpstr>Indexを使用しない場合（イメージ）</vt:lpstr>
      <vt:lpstr>Indexを使用する場合（イメージ）</vt:lpstr>
      <vt:lpstr>複合index</vt:lpstr>
      <vt:lpstr>インデックスをいつ使用するべきか</vt:lpstr>
      <vt:lpstr>インデックスを張る際の注意点</vt:lpstr>
      <vt:lpstr>実行計画とは</vt:lpstr>
      <vt:lpstr>ノード</vt:lpstr>
      <vt:lpstr>Nested Loop</vt:lpstr>
      <vt:lpstr>Hash結合</vt:lpstr>
      <vt:lpstr>Merge Join（Sort Merge）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タイトル レイアウト</dc:title>
  <dc:creator>Summer</dc:creator>
  <cp:lastModifiedBy>administrator</cp:lastModifiedBy>
  <cp:revision>178</cp:revision>
  <dcterms:created xsi:type="dcterms:W3CDTF">2013-04-05T19:55:11Z</dcterms:created>
  <dcterms:modified xsi:type="dcterms:W3CDTF">2025-09-01T05:34:33Z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0x0101007C1D5F340F01F94FA2FD29A5E6DC872E</vt:lpwstr>
  </property>
  <property fmtid="{D5CDD505-2E9C-101B-9397-08002B2CF9AE}" pid="3" name="IsMyDocuments">
    <vt:bool>true</vt:bool>
  </property>
</Properties>
</file>