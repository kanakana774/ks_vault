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86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8/19/2025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2025/8/19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58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9199562" cy="54463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③</a:t>
            </a:r>
            <a:r>
              <a:rPr kumimoji="1" lang="en-US" altLang="ja-JP" b="1">
                <a:latin typeface="Meiryo UI" charset="0"/>
                <a:ea typeface="Meiryo UI" charset="0"/>
              </a:rPr>
              <a:t>UPDATE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テーブル内のデータを更新するには、「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UPDATE 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(a) UPDATE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・更新したいデータが存在するテーブルを指定する。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(b) SET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・更新する列名 </a:t>
            </a:r>
            <a:r>
              <a:rPr kumimoji="1" lang="en-US" altLang="ja-JP">
                <a:latin typeface="Meiryo UI" charset="0"/>
                <a:ea typeface="Meiryo UI" charset="0"/>
              </a:rPr>
              <a:t>=</a:t>
            </a:r>
            <a:r>
              <a:rPr kumimoji="1" lang="ja-JP" altLang="en-US">
                <a:latin typeface="Meiryo UI" charset="0"/>
                <a:ea typeface="Meiryo UI" charset="0"/>
              </a:rPr>
              <a:t> 値を指定する。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複数列を指定する場合、カンマ区切りで指定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※</a:t>
            </a:r>
            <a:r>
              <a:rPr kumimoji="1" lang="ja-JP" altLang="en-US">
                <a:latin typeface="Meiryo UI" charset="0"/>
                <a:ea typeface="Meiryo UI" charset="0"/>
              </a:rPr>
              <a:t> 特定のデータ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のみ更新する場合、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文と同様に「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指定する。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65508" y="1552769"/>
            <a:ext cx="9177277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 UPDATE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SET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= '1' [,</a:t>
            </a:r>
            <a:r>
              <a:rPr lang="ja-JP" altLang="en-US" sz="2400">
                <a:latin typeface="Meiryo UI" charset="0"/>
                <a:ea typeface="Meiryo UI" charset="0"/>
              </a:rPr>
              <a:t>列名 </a:t>
            </a:r>
            <a:r>
              <a:rPr lang="en-US" altLang="ja-JP" sz="2400">
                <a:latin typeface="Meiryo UI" charset="0"/>
                <a:ea typeface="Meiryo UI" charset="0"/>
              </a:rPr>
              <a:t>= '2']</a:t>
            </a:r>
            <a:r>
              <a:rPr lang="ja-JP" altLang="en-US" sz="2400">
                <a:latin typeface="Meiryo UI" charset="0"/>
                <a:ea typeface="Meiryo UI" charset="0"/>
              </a:rPr>
              <a:t>　</a:t>
            </a:r>
            <a:r>
              <a:rPr lang="en-US" altLang="ja-JP" sz="2400">
                <a:latin typeface="Meiryo UI" charset="0"/>
                <a:ea typeface="Meiryo UI" charset="0"/>
              </a:rPr>
              <a:t>[</a:t>
            </a:r>
            <a:r>
              <a:rPr lang="en-US" altLang="ja-JP" sz="2400">
                <a:solidFill>
                  <a:srgbClr val="0070C0"/>
                </a:solidFill>
                <a:latin typeface="Meiryo UI" charset="0"/>
                <a:ea typeface="Meiryo UI" charset="0"/>
              </a:rPr>
              <a:t>WHERE</a:t>
            </a:r>
            <a:r>
              <a:rPr lang="ja-JP" altLang="en-US" sz="2400">
                <a:latin typeface="Meiryo UI" charset="0"/>
                <a:ea typeface="Meiryo UI" charset="0"/>
              </a:rPr>
              <a:t>句</a:t>
            </a:r>
            <a:r>
              <a:rPr lang="en-US" altLang="ja-JP" sz="2400">
                <a:latin typeface="Meiryo UI" charset="0"/>
                <a:ea typeface="Meiryo UI" charset="0"/>
              </a:rPr>
              <a:t>] </a:t>
            </a:r>
            <a:endParaRPr lang="ja-JP" altLang="en-US" sz="2400">
              <a:latin typeface="Meiryo UI" charset="0"/>
              <a:ea typeface="Meiryo UI" charset="0"/>
            </a:endParaRPr>
          </a:p>
          <a:p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</a:t>
            </a:r>
            <a:r>
              <a:rPr lang="en-US" altLang="ja-JP">
                <a:latin typeface="Meiryo UI"/>
                <a:ea typeface="Meiryo UI"/>
              </a:rPr>
              <a:t>a</a:t>
            </a:r>
            <a:r>
              <a:rPr lang="ja-JP" altLang="en-US">
                <a:latin typeface="Meiryo UI"/>
                <a:ea typeface="Meiryo UI"/>
              </a:rPr>
              <a:t>）</a:t>
            </a:r>
            <a:r>
              <a:rPr lang="en-US" altLang="ja-JP">
                <a:latin typeface="Meiryo UI"/>
                <a:ea typeface="Meiryo UI"/>
              </a:rPr>
              <a:t>                              (b)</a:t>
            </a:r>
            <a:r>
              <a:rPr lang="ja-JP" altLang="en-US">
                <a:latin typeface="Meiryo UI"/>
                <a:ea typeface="Meiryo UI"/>
              </a:rPr>
              <a:t>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1520301" y="2268477"/>
            <a:ext cx="2769795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4383967" y="2257260"/>
            <a:ext cx="3882688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95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122</Words>
  <Application>Microsoft Office PowerPoint</Application>
  <PresentationFormat>ユーザー設定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85</cp:revision>
  <dcterms:created xsi:type="dcterms:W3CDTF">2013-04-05T19:55:11Z</dcterms:created>
  <dcterms:modified xsi:type="dcterms:W3CDTF">2025-08-19T08:56:38Z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