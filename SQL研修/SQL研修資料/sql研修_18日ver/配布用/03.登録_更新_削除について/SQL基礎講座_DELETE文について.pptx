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87" r:id="rId5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8/19/2025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2025/8/19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89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2025/8/19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8/19/2025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813655"/>
            <a:ext cx="9199562" cy="534584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④</a:t>
            </a:r>
            <a:r>
              <a:rPr kumimoji="1" lang="en-US" altLang="ja-JP" b="1">
                <a:latin typeface="Meiryo UI" charset="0"/>
                <a:ea typeface="Meiryo UI" charset="0"/>
              </a:rPr>
              <a:t>DELETE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テーブル内のデータ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を削除するには、「</a:t>
            </a:r>
            <a:r>
              <a:rPr kumimoji="1" lang="en-US" altLang="ja-JP" b="1">
                <a:latin typeface="Meiryo UI" charset="0"/>
                <a:ea typeface="Meiryo UI" charset="0"/>
              </a:rPr>
              <a:t>DELETE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  <a:r>
              <a:rPr kumimoji="1" lang="ja-JP" altLang="en-US">
                <a:latin typeface="Meiryo UI" charset="0"/>
                <a:ea typeface="Meiryo UI" charset="0"/>
              </a:rPr>
              <a:t>」を使用する。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(a) DELETE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・削除するデータ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が存在するテーブルを指定する。　</a:t>
            </a:r>
          </a:p>
          <a:p>
            <a:pPr marL="45720" indent="0">
              <a:buNone/>
            </a:pP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※</a:t>
            </a:r>
            <a:r>
              <a:rPr kumimoji="1" lang="ja-JP" altLang="en-US">
                <a:latin typeface="Meiryo UI" charset="0"/>
                <a:ea typeface="Meiryo UI" charset="0"/>
              </a:rPr>
              <a:t> 特定のデータ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のみ削除する場合、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文と同様に「</a:t>
            </a:r>
            <a:r>
              <a:rPr kumimoji="1" lang="en-US" altLang="ja-JP">
                <a:latin typeface="Meiryo UI" charset="0"/>
                <a:ea typeface="Meiryo UI" charset="0"/>
              </a:rPr>
              <a:t>WHERE</a:t>
            </a:r>
            <a:r>
              <a:rPr kumimoji="1" lang="ja-JP" altLang="en-US">
                <a:latin typeface="Meiryo UI" charset="0"/>
                <a:ea typeface="Meiryo UI" charset="0"/>
              </a:rPr>
              <a:t>句」を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95486" y="1854694"/>
            <a:ext cx="867969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 DELETE FROM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[</a:t>
            </a:r>
            <a:r>
              <a:rPr lang="en-US" altLang="ja-JP" sz="2400">
                <a:solidFill>
                  <a:srgbClr val="0070C0"/>
                </a:solidFill>
                <a:latin typeface="Meiryo UI"/>
                <a:ea typeface="Meiryo UI"/>
              </a:rPr>
              <a:t>WHERE</a:t>
            </a:r>
            <a:r>
              <a:rPr lang="ja-JP" altLang="en-US" sz="2400">
                <a:latin typeface="Meiryo UI"/>
                <a:ea typeface="Meiryo UI"/>
              </a:rPr>
              <a:t>句</a:t>
            </a:r>
            <a:r>
              <a:rPr lang="en-US" altLang="ja-JP" sz="2400">
                <a:latin typeface="Meiryo UI"/>
                <a:ea typeface="Meiryo UI"/>
              </a:rPr>
              <a:t>]</a:t>
            </a:r>
            <a:endParaRPr lang="ja-JP" altLang="en-US" sz="2400">
              <a:latin typeface="Meiryo UI" charset="0"/>
              <a:ea typeface="Meiryo UI" charset="0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>
                <a:latin typeface="Meiryo UI"/>
                <a:ea typeface="Meiryo UI"/>
              </a:rPr>
              <a:t>(a)</a:t>
            </a:r>
            <a:endParaRPr lang="ja-JP" altLang="en-US">
              <a:latin typeface="Meiryo UI"/>
              <a:ea typeface="Meiryo UI"/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flipV="1">
            <a:off x="1710474" y="2530429"/>
            <a:ext cx="3763449" cy="8972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46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87</Words>
  <Application>Microsoft Office PowerPoint</Application>
  <PresentationFormat>ユーザー設定</PresentationFormat>
  <Paragraphs>15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 UI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85</cp:revision>
  <dcterms:created xsi:type="dcterms:W3CDTF">2013-04-05T19:55:11Z</dcterms:created>
  <dcterms:modified xsi:type="dcterms:W3CDTF">2025-08-19T08:58:02Z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