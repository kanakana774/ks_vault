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311" r:id="rId5"/>
    <p:sldId id="312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howGuides="1">
      <p:cViewPr>
        <p:scale>
          <a:sx n="92" d="100"/>
          <a:sy n="92" d="100"/>
        </p:scale>
        <p:origin x="69" y="351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9/4/2025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2025/9/4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66031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1746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9/4/2025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9/4/2025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2025/9/4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2025/9/4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2025/9/4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2025/9/4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2025/9/4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2025/9/4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2025/9/4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2025/9/4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9/4/2025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637809"/>
            <a:ext cx="2057399" cy="42899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 b="1" dirty="0">
                <a:latin typeface="Meiryo UI" charset="0"/>
                <a:ea typeface="Meiryo UI" charset="0"/>
              </a:rPr>
              <a:t>テーブルの削除</a:t>
            </a:r>
            <a:endParaRPr kumimoji="1" lang="ja-JP" altLang="en-US" b="1" dirty="0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51012" y="2209800"/>
            <a:ext cx="62484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ja-JP" altLang="en-US" dirty="0">
                <a:latin typeface="Meiryo UI"/>
                <a:ea typeface="Meiryo UI"/>
              </a:rPr>
              <a:t>　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DROP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TABLE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テーブル名</a:t>
            </a:r>
          </a:p>
          <a:p>
            <a:endParaRPr lang="ja-JP" altLang="en-US" dirty="0">
              <a:latin typeface="Meiryo UI"/>
              <a:ea typeface="Meiryo U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9AE9DF7-24AE-B78E-2837-DA6DC918FA54}"/>
              </a:ext>
            </a:extLst>
          </p:cNvPr>
          <p:cNvSpPr txBox="1"/>
          <p:nvPr/>
        </p:nvSpPr>
        <p:spPr>
          <a:xfrm>
            <a:off x="1370012" y="12954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DB</a:t>
            </a:r>
            <a:r>
              <a:rPr kumimoji="1" lang="ja-JP" altLang="en-US" dirty="0"/>
              <a:t>にあるテーブルを削除する</a:t>
            </a:r>
            <a:r>
              <a:rPr kumimoji="1" lang="en-US" altLang="ja-JP" dirty="0"/>
              <a:t>SQL</a:t>
            </a:r>
            <a:r>
              <a:rPr kumimoji="1" lang="ja-JP" altLang="en-US" dirty="0"/>
              <a:t>文</a:t>
            </a:r>
            <a:endParaRPr kumimoji="1" lang="en-US" altLang="ja-JP" dirty="0"/>
          </a:p>
          <a:p>
            <a:r>
              <a:rPr kumimoji="1" lang="en-US" altLang="ja-JP" dirty="0"/>
              <a:t>(</a:t>
            </a:r>
            <a:r>
              <a:rPr kumimoji="1" lang="ja-JP" altLang="en-US" dirty="0"/>
              <a:t>そのテーブルにあるデータごと削除される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8A2427-0286-F77E-CF8B-9AAC223428ED}"/>
              </a:ext>
            </a:extLst>
          </p:cNvPr>
          <p:cNvSpPr txBox="1"/>
          <p:nvPr/>
        </p:nvSpPr>
        <p:spPr>
          <a:xfrm>
            <a:off x="1903412" y="3632538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テーブル定義ごとすべて削除されるため、要注意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83161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381000"/>
            <a:ext cx="2057399" cy="428991"/>
          </a:xfrm>
        </p:spPr>
        <p:txBody>
          <a:bodyPr>
            <a:normAutofit fontScale="92500"/>
          </a:bodyPr>
          <a:lstStyle/>
          <a:p>
            <a:pPr marL="45720" indent="0">
              <a:buNone/>
            </a:pPr>
            <a:r>
              <a:rPr lang="ja-JP" altLang="en-US" b="1" dirty="0">
                <a:latin typeface="Meiryo UI" charset="0"/>
                <a:ea typeface="Meiryo UI" charset="0"/>
              </a:rPr>
              <a:t>テーブルの再定義</a:t>
            </a:r>
            <a:endParaRPr kumimoji="1" lang="ja-JP" altLang="en-US" b="1" dirty="0">
              <a:latin typeface="Meiryo UI" charset="0"/>
              <a:ea typeface="Meiryo UI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51012" y="1571991"/>
            <a:ext cx="62484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altLang="ja-JP" dirty="0">
              <a:latin typeface="Meiryo UI"/>
              <a:ea typeface="Meiryo UI"/>
            </a:endParaRPr>
          </a:p>
          <a:p>
            <a:r>
              <a:rPr lang="ja-JP" altLang="en-US" dirty="0">
                <a:latin typeface="Meiryo UI"/>
                <a:ea typeface="Meiryo UI"/>
              </a:rPr>
              <a:t>　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TRUNCATE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en-US" altLang="ja-JP" sz="2400" b="1" dirty="0">
                <a:solidFill>
                  <a:srgbClr val="0082B3"/>
                </a:solidFill>
                <a:latin typeface="Meiryo UI"/>
                <a:ea typeface="Meiryo UI"/>
              </a:rPr>
              <a:t>TABLE</a:t>
            </a:r>
            <a:r>
              <a:rPr lang="en-US" altLang="ja-JP" sz="2400" dirty="0">
                <a:solidFill>
                  <a:srgbClr val="0082B3"/>
                </a:solidFill>
                <a:latin typeface="Meiryo UI"/>
                <a:ea typeface="Meiryo UI"/>
              </a:rPr>
              <a:t> </a:t>
            </a:r>
            <a:r>
              <a:rPr lang="ja-JP" altLang="en-US" sz="2400" dirty="0">
                <a:latin typeface="Meiryo UI"/>
                <a:ea typeface="Meiryo UI"/>
              </a:rPr>
              <a:t>テーブル名</a:t>
            </a:r>
          </a:p>
          <a:p>
            <a:endParaRPr lang="ja-JP" altLang="en-US" dirty="0">
              <a:latin typeface="Meiryo UI"/>
              <a:ea typeface="Meiryo U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9AE9DF7-24AE-B78E-2837-DA6DC918FA54}"/>
              </a:ext>
            </a:extLst>
          </p:cNvPr>
          <p:cNvSpPr txBox="1"/>
          <p:nvPr/>
        </p:nvSpPr>
        <p:spPr>
          <a:xfrm>
            <a:off x="1370012" y="1038591"/>
            <a:ext cx="525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DB</a:t>
            </a:r>
            <a:r>
              <a:rPr kumimoji="1" lang="ja-JP" altLang="en-US" dirty="0"/>
              <a:t>にあるテーブルを再定義</a:t>
            </a:r>
            <a:r>
              <a:rPr kumimoji="1" lang="en-US" altLang="ja-JP" dirty="0"/>
              <a:t>(</a:t>
            </a:r>
            <a:r>
              <a:rPr kumimoji="1" lang="ja-JP" altLang="en-US" dirty="0"/>
              <a:t>削除</a:t>
            </a:r>
            <a:r>
              <a:rPr kumimoji="1" lang="en-US" altLang="ja-JP" dirty="0"/>
              <a:t>&amp;</a:t>
            </a:r>
            <a:r>
              <a:rPr kumimoji="1" lang="ja-JP" altLang="en-US" dirty="0"/>
              <a:t>再生成</a:t>
            </a:r>
            <a:r>
              <a:rPr kumimoji="1" lang="en-US" altLang="ja-JP" dirty="0"/>
              <a:t>)</a:t>
            </a:r>
            <a:r>
              <a:rPr kumimoji="1" lang="ja-JP" altLang="en-US" dirty="0"/>
              <a:t>する</a:t>
            </a:r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DCD232-9BFB-A294-7448-BA7A08654958}"/>
              </a:ext>
            </a:extLst>
          </p:cNvPr>
          <p:cNvSpPr txBox="1"/>
          <p:nvPr/>
        </p:nvSpPr>
        <p:spPr>
          <a:xfrm>
            <a:off x="1370012" y="2972670"/>
            <a:ext cx="937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DELETE</a:t>
            </a:r>
            <a:r>
              <a:rPr kumimoji="1" lang="ja-JP" altLang="en-US" dirty="0"/>
              <a:t>文</a:t>
            </a:r>
            <a:r>
              <a:rPr kumimoji="1" lang="en-US" altLang="ja-JP" dirty="0"/>
              <a:t>(</a:t>
            </a:r>
            <a:r>
              <a:rPr kumimoji="1" lang="ja-JP" altLang="en-US" dirty="0"/>
              <a:t>全件削除</a:t>
            </a:r>
            <a:r>
              <a:rPr kumimoji="1" lang="en-US" altLang="ja-JP" dirty="0"/>
              <a:t>)</a:t>
            </a:r>
            <a:r>
              <a:rPr kumimoji="1" lang="ja-JP" altLang="en-US" dirty="0"/>
              <a:t>と同じ結果になるように思われるが方法が違うため、使い分けが必要</a:t>
            </a:r>
            <a:endParaRPr kumimoji="1" lang="en-US" altLang="ja-JP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83516E1-6CA5-A632-637D-33293DAB9487}"/>
              </a:ext>
            </a:extLst>
          </p:cNvPr>
          <p:cNvSpPr txBox="1"/>
          <p:nvPr/>
        </p:nvSpPr>
        <p:spPr>
          <a:xfrm>
            <a:off x="1598612" y="34290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DELETE</a:t>
            </a:r>
            <a:r>
              <a:rPr kumimoji="1" lang="ja-JP" altLang="en-US" dirty="0"/>
              <a:t>文</a:t>
            </a:r>
            <a:endParaRPr kumimoji="1" lang="en-US" altLang="ja-JP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26E3619-5CA8-0D00-9145-8C7E8FD09595}"/>
              </a:ext>
            </a:extLst>
          </p:cNvPr>
          <p:cNvSpPr txBox="1"/>
          <p:nvPr/>
        </p:nvSpPr>
        <p:spPr>
          <a:xfrm>
            <a:off x="1903412" y="3824855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条件に合う行を</a:t>
            </a:r>
            <a:r>
              <a:rPr kumimoji="1" lang="en-US" altLang="ja-JP" dirty="0"/>
              <a:t>1</a:t>
            </a:r>
            <a:r>
              <a:rPr kumimoji="1" lang="ja-JP" altLang="en-US" dirty="0"/>
              <a:t>行ずつ削除﻿</a:t>
            </a:r>
            <a:endParaRPr kumimoji="1" lang="en-US" altLang="ja-JP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21D45E0-51BE-0D38-AAB5-DCE3FB5CEF3C}"/>
              </a:ext>
            </a:extLst>
          </p:cNvPr>
          <p:cNvSpPr txBox="1"/>
          <p:nvPr/>
        </p:nvSpPr>
        <p:spPr>
          <a:xfrm>
            <a:off x="1903412" y="4201383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大量のデータ削除では</a:t>
            </a:r>
            <a:r>
              <a:rPr kumimoji="1" lang="en-US" altLang="ja-JP" dirty="0"/>
              <a:t>TRUNCATE</a:t>
            </a:r>
            <a:r>
              <a:rPr kumimoji="1" lang="ja-JP" altLang="en-US" dirty="0"/>
              <a:t>に比べて遅くなる</a:t>
            </a:r>
            <a:endParaRPr kumimoji="1" lang="en-US" altLang="ja-JP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1C3798D-46E1-33F8-E64F-637BC90EADCC}"/>
              </a:ext>
            </a:extLst>
          </p:cNvPr>
          <p:cNvSpPr txBox="1"/>
          <p:nvPr/>
        </p:nvSpPr>
        <p:spPr>
          <a:xfrm>
            <a:off x="1903412" y="4577911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ロールバック</a:t>
            </a:r>
            <a:r>
              <a:rPr kumimoji="1" lang="en-US" altLang="ja-JP" dirty="0"/>
              <a:t>(</a:t>
            </a:r>
            <a:r>
              <a:rPr kumimoji="1" lang="ja-JP" altLang="en-US" dirty="0"/>
              <a:t>削除の取り消し</a:t>
            </a:r>
            <a:r>
              <a:rPr kumimoji="1" lang="en-US" altLang="ja-JP" dirty="0"/>
              <a:t>)</a:t>
            </a:r>
            <a:r>
              <a:rPr kumimoji="1" lang="ja-JP" altLang="en-US" dirty="0"/>
              <a:t>が可能</a:t>
            </a:r>
            <a:endParaRPr kumimoji="1"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E8A2632-341B-D899-0497-BF785FCBE230}"/>
              </a:ext>
            </a:extLst>
          </p:cNvPr>
          <p:cNvSpPr txBox="1"/>
          <p:nvPr/>
        </p:nvSpPr>
        <p:spPr>
          <a:xfrm>
            <a:off x="1598612" y="5040261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TRUNCATE</a:t>
            </a:r>
            <a:r>
              <a:rPr kumimoji="1" lang="ja-JP" altLang="en-US" dirty="0"/>
              <a:t>文</a:t>
            </a:r>
            <a:endParaRPr kumimoji="1" lang="en-US" altLang="ja-JP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73FDBAE-7128-F4F9-96F1-D739342BFE2F}"/>
              </a:ext>
            </a:extLst>
          </p:cNvPr>
          <p:cNvSpPr txBox="1"/>
          <p:nvPr/>
        </p:nvSpPr>
        <p:spPr>
          <a:xfrm>
            <a:off x="1903412" y="5436116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全データを削除し、テーブルを再作成</a:t>
            </a:r>
            <a:endParaRPr kumimoji="1" lang="en-US" altLang="ja-JP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845E14E-60C9-E1A6-B5EF-866267FCC678}"/>
              </a:ext>
            </a:extLst>
          </p:cNvPr>
          <p:cNvSpPr txBox="1"/>
          <p:nvPr/>
        </p:nvSpPr>
        <p:spPr>
          <a:xfrm>
            <a:off x="1903412" y="5812644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大量のデータ削除では</a:t>
            </a:r>
            <a:r>
              <a:rPr kumimoji="1" lang="en-US" altLang="ja-JP" dirty="0"/>
              <a:t>DELETE</a:t>
            </a:r>
            <a:r>
              <a:rPr kumimoji="1" lang="ja-JP" altLang="en-US" dirty="0"/>
              <a:t>文に比べて高速に行える</a:t>
            </a:r>
            <a:endParaRPr kumimoji="1" lang="en-US" altLang="ja-JP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7B263E3-AAC5-1547-DE38-22559CA3EB4D}"/>
              </a:ext>
            </a:extLst>
          </p:cNvPr>
          <p:cNvSpPr txBox="1"/>
          <p:nvPr/>
        </p:nvSpPr>
        <p:spPr>
          <a:xfrm>
            <a:off x="1903412" y="6189172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AUTOINCREMENT</a:t>
            </a:r>
            <a:r>
              <a:rPr kumimoji="1" lang="ja-JP" altLang="en-US" dirty="0"/>
              <a:t>値がリセットされる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9845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</TotalTime>
  <Words>138</Words>
  <Application>Microsoft Office PowerPoint</Application>
  <PresentationFormat>ユーザー設定</PresentationFormat>
  <Paragraphs>21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Meiryo UI</vt:lpstr>
      <vt:lpstr>Arial</vt:lpstr>
      <vt:lpstr>Franklin Gothic Medium</vt:lpstr>
      <vt:lpstr>コントラストにより注目を集めるビジネス用プレゼンテーション (16x9)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太郎 アビック</cp:lastModifiedBy>
  <cp:revision>86</cp:revision>
  <dcterms:created xsi:type="dcterms:W3CDTF">2013-04-05T19:55:11Z</dcterms:created>
  <dcterms:modified xsi:type="dcterms:W3CDTF">2025-09-04T05:31:29Z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