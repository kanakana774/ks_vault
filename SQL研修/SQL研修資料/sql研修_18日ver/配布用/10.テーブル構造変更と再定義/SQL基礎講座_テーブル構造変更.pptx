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1" r:id="rId5"/>
    <p:sldId id="312" r:id="rId6"/>
    <p:sldId id="313" r:id="rId7"/>
    <p:sldId id="314" r:id="rId8"/>
    <p:sldId id="315" r:id="rId9"/>
    <p:sldId id="316" r:id="rId10"/>
    <p:sldId id="317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10/8/2025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2025/10/8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52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472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216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67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27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552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987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10/8/2025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10/8/2025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10/8/2025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98496"/>
            <a:ext cx="1981199" cy="40005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定義変更</a:t>
            </a:r>
            <a:endParaRPr kumimoji="1" lang="ja-JP" altLang="en-US" b="1" dirty="0">
              <a:latin typeface="MS PGothic" charset="0"/>
              <a:ea typeface="MS PGothic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0F470F-95DF-5AFA-25F4-B519D16AAE86}"/>
              </a:ext>
            </a:extLst>
          </p:cNvPr>
          <p:cNvSpPr txBox="1"/>
          <p:nvPr/>
        </p:nvSpPr>
        <p:spPr>
          <a:xfrm>
            <a:off x="1446212" y="1346098"/>
            <a:ext cx="3580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テーブル構造を変更する場合に使用。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2D2E05D-8DF8-D552-DABF-670DD841291E}"/>
              </a:ext>
            </a:extLst>
          </p:cNvPr>
          <p:cNvSpPr txBox="1"/>
          <p:nvPr/>
        </p:nvSpPr>
        <p:spPr>
          <a:xfrm>
            <a:off x="1449819" y="1980582"/>
            <a:ext cx="3580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テーブル構造とは？？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695017-4D41-3BA6-CFA4-96BDE46E2F49}"/>
              </a:ext>
            </a:extLst>
          </p:cNvPr>
          <p:cNvSpPr txBox="1"/>
          <p:nvPr/>
        </p:nvSpPr>
        <p:spPr>
          <a:xfrm>
            <a:off x="2055812" y="243809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テーブル／カラム／インデックスの名称変更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C11FD99-0899-DCF2-8C57-B03E40BC785B}"/>
              </a:ext>
            </a:extLst>
          </p:cNvPr>
          <p:cNvSpPr txBox="1"/>
          <p:nvPr/>
        </p:nvSpPr>
        <p:spPr>
          <a:xfrm>
            <a:off x="2061151" y="2895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カラム定義の変更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405F5A7-981C-CCF2-4B8E-7A07D36D4FD0}"/>
              </a:ext>
            </a:extLst>
          </p:cNvPr>
          <p:cNvSpPr txBox="1"/>
          <p:nvPr/>
        </p:nvSpPr>
        <p:spPr>
          <a:xfrm>
            <a:off x="2055812" y="34084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カラム／インデックスの追加・削除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6C4C2CE-59C5-2C1E-8842-C2B381FEEB45}"/>
              </a:ext>
            </a:extLst>
          </p:cNvPr>
          <p:cNvSpPr txBox="1"/>
          <p:nvPr/>
        </p:nvSpPr>
        <p:spPr>
          <a:xfrm>
            <a:off x="1598612" y="4572000"/>
            <a:ext cx="7391400" cy="11079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ALTER TABLE </a:t>
            </a:r>
            <a:r>
              <a:rPr lang="ja-JP" altLang="en-US" sz="2400" dirty="0">
                <a:latin typeface="Meiryo UI"/>
                <a:ea typeface="Meiryo UI"/>
              </a:rPr>
              <a:t>テーブル名 </a:t>
            </a:r>
            <a:r>
              <a:rPr lang="en-US" altLang="ja-JP" sz="2400" dirty="0">
                <a:latin typeface="Meiryo UI"/>
                <a:ea typeface="Meiryo UI"/>
              </a:rPr>
              <a:t>[</a:t>
            </a:r>
            <a:r>
              <a:rPr lang="ja-JP" altLang="en-US" sz="2400" dirty="0">
                <a:latin typeface="Meiryo UI"/>
                <a:ea typeface="Meiryo UI"/>
              </a:rPr>
              <a:t>テーブル構造変更指示</a:t>
            </a:r>
            <a:r>
              <a:rPr lang="en-US" altLang="ja-JP" sz="2400" dirty="0">
                <a:latin typeface="Meiryo UI"/>
                <a:ea typeface="Meiryo UI"/>
              </a:rPr>
              <a:t>]</a:t>
            </a:r>
          </a:p>
          <a:p>
            <a:endParaRPr lang="ja-JP" altLang="en-US" sz="2400" dirty="0">
              <a:latin typeface="Meiryo UI"/>
              <a:ea typeface="Meiryo UI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812345-AAED-433D-7174-60A23CD73A86}"/>
              </a:ext>
            </a:extLst>
          </p:cNvPr>
          <p:cNvSpPr txBox="1"/>
          <p:nvPr/>
        </p:nvSpPr>
        <p:spPr>
          <a:xfrm>
            <a:off x="1446212" y="4009383"/>
            <a:ext cx="3580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基本形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262A8F0-43BB-BCD4-9642-D27470302172}"/>
              </a:ext>
            </a:extLst>
          </p:cNvPr>
          <p:cNvSpPr txBox="1"/>
          <p:nvPr/>
        </p:nvSpPr>
        <p:spPr>
          <a:xfrm>
            <a:off x="1456747" y="6102223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kumimoji="1" lang="ja-JP" altLang="en-US" dirty="0">
                <a:solidFill>
                  <a:srgbClr val="FF0000"/>
                </a:solidFill>
                <a:latin typeface="Meiryo UI" charset="0"/>
                <a:ea typeface="Meiryo UI" charset="0"/>
              </a:rPr>
              <a:t>テーブル構造変更指示は変更したいテーブル構造によって異なる</a:t>
            </a:r>
            <a:endParaRPr lang="ja-JP" altLang="en-US" dirty="0">
              <a:solidFill>
                <a:srgbClr val="FF0000"/>
              </a:solidFill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60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2285999" cy="4298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テーブル名称変更</a:t>
            </a:r>
            <a:endParaRPr kumimoji="1" lang="ja-JP" altLang="en-US" b="1" dirty="0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17612" y="2133600"/>
            <a:ext cx="9177277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既存のテーブル名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RENAME TO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新しいテーブル名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endParaRPr lang="ja-JP" altLang="en-US" dirty="0"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B3A1C1-E838-CE50-5E23-8EDFFBBBF6CA}"/>
              </a:ext>
            </a:extLst>
          </p:cNvPr>
          <p:cNvSpPr txBox="1"/>
          <p:nvPr/>
        </p:nvSpPr>
        <p:spPr>
          <a:xfrm>
            <a:off x="1446212" y="134609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既存のテーブルのテーブル名を変更する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B4BB4667-15C6-DEAB-82E5-B91E99A2D6E6}"/>
              </a:ext>
            </a:extLst>
          </p:cNvPr>
          <p:cNvSpPr txBox="1">
            <a:spLocks/>
          </p:cNvSpPr>
          <p:nvPr/>
        </p:nvSpPr>
        <p:spPr>
          <a:xfrm>
            <a:off x="1065213" y="3586483"/>
            <a:ext cx="2285999" cy="429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itchFamily="34" charset="0"/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カラム名称変更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92682F-F0AB-87EE-B9CB-3A7C59F89D9E}"/>
              </a:ext>
            </a:extLst>
          </p:cNvPr>
          <p:cNvSpPr txBox="1"/>
          <p:nvPr/>
        </p:nvSpPr>
        <p:spPr>
          <a:xfrm>
            <a:off x="1217612" y="5006912"/>
            <a:ext cx="9177277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RENAME COLUMN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カラム名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TO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新しいカラム名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endParaRPr lang="ja-JP" altLang="en-US" dirty="0">
              <a:latin typeface="Meiryo UI"/>
              <a:ea typeface="Meiryo UI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842A70-0695-12FE-9FAB-C79E61A973F5}"/>
              </a:ext>
            </a:extLst>
          </p:cNvPr>
          <p:cNvSpPr txBox="1"/>
          <p:nvPr/>
        </p:nvSpPr>
        <p:spPr>
          <a:xfrm>
            <a:off x="1446212" y="42194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テーブルにあるカラムのカラム名を変更する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34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2285999" cy="4298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カラムの追加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17612" y="2133600"/>
            <a:ext cx="95250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ADD COLUMN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カラム名 データ型 制約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endParaRPr lang="ja-JP" altLang="en-US" dirty="0"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B3A1C1-E838-CE50-5E23-8EDFFBBBF6CA}"/>
              </a:ext>
            </a:extLst>
          </p:cNvPr>
          <p:cNvSpPr txBox="1"/>
          <p:nvPr/>
        </p:nvSpPr>
        <p:spPr>
          <a:xfrm>
            <a:off x="1446212" y="134609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既存のテーブルにカラムを追加する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842A70-0695-12FE-9FAB-C79E61A973F5}"/>
              </a:ext>
            </a:extLst>
          </p:cNvPr>
          <p:cNvSpPr txBox="1"/>
          <p:nvPr/>
        </p:nvSpPr>
        <p:spPr>
          <a:xfrm>
            <a:off x="1217612" y="38862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カラム追加の際の注意点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B2FBA21-B2E9-2673-EA2E-236ECB27F847}"/>
              </a:ext>
            </a:extLst>
          </p:cNvPr>
          <p:cNvSpPr txBox="1"/>
          <p:nvPr/>
        </p:nvSpPr>
        <p:spPr>
          <a:xfrm>
            <a:off x="1434232" y="4343400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すでにテーブルにデータがある場合、そのデータの新しいカラムの値は</a:t>
            </a:r>
            <a:r>
              <a:rPr lang="en-US" altLang="ja-JP" dirty="0">
                <a:latin typeface="Meiryo UI" charset="0"/>
                <a:ea typeface="Meiryo UI" charset="0"/>
              </a:rPr>
              <a:t>NULL</a:t>
            </a:r>
            <a:r>
              <a:rPr lang="ja-JP" altLang="en-US" dirty="0">
                <a:latin typeface="Meiryo UI" charset="0"/>
                <a:ea typeface="Meiryo UI" charset="0"/>
              </a:rPr>
              <a:t>になる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ABC44A-B923-F6C1-E400-97F61370001A}"/>
              </a:ext>
            </a:extLst>
          </p:cNvPr>
          <p:cNvSpPr txBox="1"/>
          <p:nvPr/>
        </p:nvSpPr>
        <p:spPr>
          <a:xfrm>
            <a:off x="1751012" y="4800600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基本的に制約に</a:t>
            </a: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を追加することはできない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815C3F-E6C4-A369-F250-874421562B9F}"/>
              </a:ext>
            </a:extLst>
          </p:cNvPr>
          <p:cNvSpPr txBox="1"/>
          <p:nvPr/>
        </p:nvSpPr>
        <p:spPr>
          <a:xfrm>
            <a:off x="1751012" y="5257800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既存のデータにダミーデータなどを登録して後から</a:t>
            </a: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にすることは可能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34D74A4-59D3-6C79-7EDE-E287544101BA}"/>
              </a:ext>
            </a:extLst>
          </p:cNvPr>
          <p:cNvSpPr txBox="1"/>
          <p:nvPr/>
        </p:nvSpPr>
        <p:spPr>
          <a:xfrm>
            <a:off x="2011722" y="5715000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カラムの追加→ダミーデータの登録→</a:t>
            </a: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制約の追加</a:t>
            </a:r>
          </a:p>
        </p:txBody>
      </p:sp>
    </p:spTree>
    <p:extLst>
      <p:ext uri="{BB962C8B-B14F-4D97-AF65-F5344CB8AC3E}">
        <p14:creationId xmlns:p14="http://schemas.microsoft.com/office/powerpoint/2010/main" val="292820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2285999" cy="4298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カラムの削除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17612" y="2133600"/>
            <a:ext cx="9177277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DROP COLUMN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カラム名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endParaRPr lang="ja-JP" altLang="en-US" dirty="0"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B3A1C1-E838-CE50-5E23-8EDFFBBBF6CA}"/>
              </a:ext>
            </a:extLst>
          </p:cNvPr>
          <p:cNvSpPr txBox="1"/>
          <p:nvPr/>
        </p:nvSpPr>
        <p:spPr>
          <a:xfrm>
            <a:off x="1446212" y="134609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既存のテーブルのカラムを削除する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24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2285999" cy="4298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カラムの定義変更</a:t>
            </a:r>
            <a:r>
              <a:rPr lang="en-US" altLang="ja-JP" b="1" dirty="0">
                <a:latin typeface="Meiryo UI" charset="0"/>
                <a:ea typeface="Meiryo UI" charset="0"/>
              </a:rPr>
              <a:t>1</a:t>
            </a:r>
            <a:endParaRPr kumimoji="1" lang="ja-JP" altLang="en-US" b="1" dirty="0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17612" y="2133600"/>
            <a:ext cx="101346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MODIFY COLUMN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カラム名 データ型 制約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r>
              <a:rPr lang="ja-JP" altLang="en-US" dirty="0">
                <a:latin typeface="Meiryo UI"/>
                <a:ea typeface="Meiryo UI"/>
              </a:rPr>
              <a:t> 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B3A1C1-E838-CE50-5E23-8EDFFBBBF6CA}"/>
              </a:ext>
            </a:extLst>
          </p:cNvPr>
          <p:cNvSpPr txBox="1"/>
          <p:nvPr/>
        </p:nvSpPr>
        <p:spPr>
          <a:xfrm>
            <a:off x="1446212" y="1346098"/>
            <a:ext cx="838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既存のテーブルのカラムのデータ型や制約を変更する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dirty="0">
                <a:latin typeface="Meiryo UI" charset="0"/>
                <a:ea typeface="Meiryo UI" charset="0"/>
              </a:rPr>
              <a:t>(</a:t>
            </a:r>
            <a:r>
              <a:rPr lang="ja-JP" altLang="en-US" dirty="0">
                <a:latin typeface="Meiryo UI" charset="0"/>
                <a:ea typeface="Meiryo UI" charset="0"/>
              </a:rPr>
              <a:t>基本的に変更できる制約は</a:t>
            </a:r>
            <a:r>
              <a:rPr lang="en-US" altLang="ja-JP" dirty="0">
                <a:latin typeface="Meiryo UI" charset="0"/>
                <a:ea typeface="Meiryo UI" charset="0"/>
              </a:rPr>
              <a:t>DEFAULT</a:t>
            </a:r>
            <a:r>
              <a:rPr lang="ja-JP" altLang="en-US" dirty="0">
                <a:latin typeface="Meiryo UI" charset="0"/>
                <a:ea typeface="Meiryo UI" charset="0"/>
              </a:rPr>
              <a:t>制約や</a:t>
            </a: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制約など一部に限られる</a:t>
            </a:r>
            <a:r>
              <a:rPr lang="en-US" altLang="ja-JP" dirty="0">
                <a:latin typeface="Meiryo UI" charset="0"/>
                <a:ea typeface="Meiryo UI" charset="0"/>
              </a:rPr>
              <a:t>)</a:t>
            </a:r>
            <a:endParaRPr lang="ja-JP" altLang="en-US" dirty="0">
              <a:latin typeface="Meiryo UI" charset="0"/>
              <a:ea typeface="Meiryo UI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92682F-F0AB-87EE-B9CB-3A7C59F89D9E}"/>
              </a:ext>
            </a:extLst>
          </p:cNvPr>
          <p:cNvSpPr txBox="1"/>
          <p:nvPr/>
        </p:nvSpPr>
        <p:spPr>
          <a:xfrm>
            <a:off x="1217612" y="4343400"/>
            <a:ext cx="1013460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CHANGE COLUMN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既存のカラム名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新しいカラム名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データ型 制約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endParaRPr lang="ja-JP" altLang="en-US" dirty="0">
              <a:latin typeface="Meiryo UI"/>
              <a:ea typeface="Meiryo UI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842A70-0695-12FE-9FAB-C79E61A973F5}"/>
              </a:ext>
            </a:extLst>
          </p:cNvPr>
          <p:cNvSpPr txBox="1"/>
          <p:nvPr/>
        </p:nvSpPr>
        <p:spPr>
          <a:xfrm>
            <a:off x="1446212" y="3534480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カラム名の変更も同時に行いたいときには、</a:t>
            </a:r>
            <a:r>
              <a:rPr lang="en-US" altLang="ja-JP" dirty="0">
                <a:latin typeface="Meiryo UI" charset="0"/>
                <a:ea typeface="Meiryo UI" charset="0"/>
              </a:rPr>
              <a:t>CHANGE COLUMN</a:t>
            </a:r>
            <a:r>
              <a:rPr lang="ja-JP" altLang="en-US" dirty="0">
                <a:latin typeface="Meiryo UI" charset="0"/>
                <a:ea typeface="Meiryo UI" charset="0"/>
              </a:rPr>
              <a:t>句を用いる</a:t>
            </a:r>
          </a:p>
        </p:txBody>
      </p:sp>
    </p:spTree>
    <p:extLst>
      <p:ext uri="{BB962C8B-B14F-4D97-AF65-F5344CB8AC3E}">
        <p14:creationId xmlns:p14="http://schemas.microsoft.com/office/powerpoint/2010/main" val="91795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2285999" cy="4298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カラムの定義変更</a:t>
            </a:r>
            <a:r>
              <a:rPr lang="en-US" altLang="ja-JP" b="1" dirty="0">
                <a:latin typeface="Meiryo UI" charset="0"/>
                <a:ea typeface="Meiryo UI" charset="0"/>
              </a:rPr>
              <a:t>2</a:t>
            </a:r>
            <a:endParaRPr kumimoji="1" lang="ja-JP" altLang="en-US" b="1" dirty="0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17612" y="2133600"/>
            <a:ext cx="101346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ADD CONSTRAINT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制約名 制約の定義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r>
              <a:rPr lang="ja-JP" altLang="en-US" dirty="0">
                <a:latin typeface="Meiryo UI"/>
                <a:ea typeface="Meiryo UI"/>
              </a:rPr>
              <a:t> 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B3A1C1-E838-CE50-5E23-8EDFFBBBF6CA}"/>
              </a:ext>
            </a:extLst>
          </p:cNvPr>
          <p:cNvSpPr txBox="1"/>
          <p:nvPr/>
        </p:nvSpPr>
        <p:spPr>
          <a:xfrm>
            <a:off x="1446212" y="1346098"/>
            <a:ext cx="838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既存のテーブルのカラムに制約を追加する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6AC834B-69EA-10ED-7B9A-BE2F2A14EFBE}"/>
              </a:ext>
            </a:extLst>
          </p:cNvPr>
          <p:cNvSpPr txBox="1"/>
          <p:nvPr/>
        </p:nvSpPr>
        <p:spPr>
          <a:xfrm>
            <a:off x="1903412" y="6167343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制約や</a:t>
            </a:r>
            <a:r>
              <a:rPr lang="en-US" altLang="ja-JP" dirty="0">
                <a:latin typeface="Meiryo UI" charset="0"/>
                <a:ea typeface="Meiryo UI" charset="0"/>
              </a:rPr>
              <a:t>DEFAULT</a:t>
            </a:r>
            <a:r>
              <a:rPr lang="ja-JP" altLang="en-US" dirty="0">
                <a:latin typeface="Meiryo UI" charset="0"/>
                <a:ea typeface="Meiryo UI" charset="0"/>
              </a:rPr>
              <a:t>制約は追加の仕方が異なる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6146A39-BDB8-658C-22CC-12439A40C872}"/>
              </a:ext>
            </a:extLst>
          </p:cNvPr>
          <p:cNvSpPr txBox="1"/>
          <p:nvPr/>
        </p:nvSpPr>
        <p:spPr>
          <a:xfrm>
            <a:off x="1446212" y="3770531"/>
            <a:ext cx="838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主キー制約の追加は制約名を付ける必要がない</a:t>
            </a:r>
            <a:endParaRPr lang="en-US" altLang="ja-JP" dirty="0">
              <a:latin typeface="Meiryo UI" charset="0"/>
              <a:ea typeface="Meiryo UI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D55080-8DB1-2CCE-3DB1-81D90F888A82}"/>
              </a:ext>
            </a:extLst>
          </p:cNvPr>
          <p:cNvSpPr txBox="1"/>
          <p:nvPr/>
        </p:nvSpPr>
        <p:spPr>
          <a:xfrm>
            <a:off x="1217612" y="4534339"/>
            <a:ext cx="101346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ADD PRIMARY KEY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(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列名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)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r>
              <a:rPr lang="ja-JP" altLang="en-US" dirty="0">
                <a:latin typeface="Meiryo UI"/>
                <a:ea typeface="Meiryo U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380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2285999" cy="4298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カラムの定義変更</a:t>
            </a:r>
            <a:r>
              <a:rPr lang="en-US" altLang="ja-JP" b="1" dirty="0">
                <a:latin typeface="Meiryo UI" charset="0"/>
                <a:ea typeface="Meiryo UI" charset="0"/>
              </a:rPr>
              <a:t>3</a:t>
            </a:r>
            <a:endParaRPr kumimoji="1" lang="ja-JP" altLang="en-US" b="1" dirty="0">
              <a:latin typeface="Meiryo UI" charset="0"/>
              <a:ea typeface="Meiryo UI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B3A1C1-E838-CE50-5E23-8EDFFBBBF6CA}"/>
              </a:ext>
            </a:extLst>
          </p:cNvPr>
          <p:cNvSpPr txBox="1"/>
          <p:nvPr/>
        </p:nvSpPr>
        <p:spPr>
          <a:xfrm>
            <a:off x="1446212" y="1346098"/>
            <a:ext cx="838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既存のテーブルのカラムに</a:t>
            </a: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制約デフォルト値を追加する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BD12878-29EF-2258-07C9-815CC99398EF}"/>
              </a:ext>
            </a:extLst>
          </p:cNvPr>
          <p:cNvSpPr txBox="1"/>
          <p:nvPr/>
        </p:nvSpPr>
        <p:spPr>
          <a:xfrm>
            <a:off x="1859322" y="3320534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すでにテーブルにデータがある場合、</a:t>
            </a: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制約の追加をすることはできない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CC8884-55D2-5428-0D3C-E27D28904B4A}"/>
              </a:ext>
            </a:extLst>
          </p:cNvPr>
          <p:cNvSpPr txBox="1"/>
          <p:nvPr/>
        </p:nvSpPr>
        <p:spPr>
          <a:xfrm>
            <a:off x="1859321" y="3770531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既存のデータにダミーデータなどを登録して後から</a:t>
            </a:r>
            <a:r>
              <a:rPr lang="en-US" altLang="ja-JP" dirty="0">
                <a:latin typeface="Meiryo UI" charset="0"/>
                <a:ea typeface="Meiryo UI" charset="0"/>
              </a:rPr>
              <a:t>NOT NULL</a:t>
            </a:r>
            <a:r>
              <a:rPr lang="ja-JP" altLang="en-US" dirty="0">
                <a:latin typeface="Meiryo UI" charset="0"/>
                <a:ea typeface="Meiryo UI" charset="0"/>
              </a:rPr>
              <a:t>にすることは可能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16EA24-03A3-30DC-40CC-547AC26F7DB2}"/>
              </a:ext>
            </a:extLst>
          </p:cNvPr>
          <p:cNvSpPr txBox="1"/>
          <p:nvPr/>
        </p:nvSpPr>
        <p:spPr>
          <a:xfrm>
            <a:off x="1217612" y="2133600"/>
            <a:ext cx="101346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 COLUMN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カラム名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SET NOT NULL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r>
              <a:rPr lang="ja-JP" altLang="en-US" dirty="0">
                <a:latin typeface="Meiryo UI"/>
                <a:ea typeface="Meiryo UI"/>
              </a:rPr>
              <a:t> 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1B13C73-3D5E-07B9-692C-8030D377A078}"/>
              </a:ext>
            </a:extLst>
          </p:cNvPr>
          <p:cNvSpPr txBox="1"/>
          <p:nvPr/>
        </p:nvSpPr>
        <p:spPr>
          <a:xfrm>
            <a:off x="1446210" y="4293816"/>
            <a:ext cx="838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既存のテーブルのカラムにデフォルト値を追加する</a:t>
            </a:r>
            <a:r>
              <a:rPr lang="en-US" altLang="ja-JP" dirty="0">
                <a:latin typeface="Meiryo UI" charset="0"/>
                <a:ea typeface="Meiryo UI" charset="0"/>
              </a:rPr>
              <a:t>SQL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1C68558-3FFF-977B-23FF-24C3328ED697}"/>
              </a:ext>
            </a:extLst>
          </p:cNvPr>
          <p:cNvSpPr txBox="1"/>
          <p:nvPr/>
        </p:nvSpPr>
        <p:spPr>
          <a:xfrm>
            <a:off x="1141412" y="4776718"/>
            <a:ext cx="1013460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TABLE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テーブル名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ALTER COLUMN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カラム名</a:t>
            </a:r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endParaRPr lang="en-US" altLang="ja-JP" sz="2400" b="1" dirty="0">
              <a:solidFill>
                <a:srgbClr val="0070C0"/>
              </a:solidFill>
              <a:latin typeface="Meiryo UI"/>
              <a:ea typeface="Meiryo UI"/>
            </a:endParaRPr>
          </a:p>
          <a:p>
            <a:r>
              <a:rPr lang="ja-JP" altLang="en-US" sz="2400" b="1" dirty="0">
                <a:solidFill>
                  <a:srgbClr val="0070C0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latin typeface="Meiryo UI"/>
                <a:ea typeface="Meiryo UI"/>
              </a:rPr>
              <a:t>SET DEFAULT 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デフォルト値</a:t>
            </a:r>
            <a:endParaRPr lang="ja-JP" altLang="en-US" sz="2400" dirty="0">
              <a:solidFill>
                <a:schemeClr val="tx1"/>
              </a:solidFill>
              <a:latin typeface="Meiryo UI" charset="0"/>
              <a:ea typeface="Meiryo UI" charset="0"/>
            </a:endParaRPr>
          </a:p>
          <a:p>
            <a:r>
              <a:rPr lang="ja-JP" altLang="en-US" dirty="0">
                <a:latin typeface="Meiryo UI"/>
                <a:ea typeface="Meiryo UI"/>
              </a:rPr>
              <a:t> 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FB6561F-A154-3CF8-9EB9-9EE723FEF60B}"/>
              </a:ext>
            </a:extLst>
          </p:cNvPr>
          <p:cNvSpPr txBox="1"/>
          <p:nvPr/>
        </p:nvSpPr>
        <p:spPr>
          <a:xfrm>
            <a:off x="1890638" y="6290603"/>
            <a:ext cx="755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すでにテーブルにデータがある場合、そのデータにデフォルト値は反映されない</a:t>
            </a:r>
          </a:p>
        </p:txBody>
      </p:sp>
    </p:spTree>
    <p:extLst>
      <p:ext uri="{BB962C8B-B14F-4D97-AF65-F5344CB8AC3E}">
        <p14:creationId xmlns:p14="http://schemas.microsoft.com/office/powerpoint/2010/main" val="251952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1855</TotalTime>
  <Words>466</Words>
  <Application>Microsoft Office PowerPoint</Application>
  <PresentationFormat>ユーザー設定</PresentationFormat>
  <Paragraphs>72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Meiryo UI</vt:lpstr>
      <vt:lpstr>MS PGothic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96</cp:revision>
  <dcterms:created xsi:type="dcterms:W3CDTF">2013-04-05T19:55:11Z</dcterms:created>
  <dcterms:modified xsi:type="dcterms:W3CDTF">2025-10-08T08:37:28Z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