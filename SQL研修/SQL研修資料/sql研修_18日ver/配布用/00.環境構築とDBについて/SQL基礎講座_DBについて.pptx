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8" r:id="rId6"/>
    <p:sldId id="266" r:id="rId7"/>
    <p:sldId id="268" r:id="rId8"/>
    <p:sldId id="267" r:id="rId9"/>
    <p:sldId id="279" r:id="rId10"/>
    <p:sldId id="271" r:id="rId11"/>
    <p:sldId id="277" r:id="rId12"/>
    <p:sldId id="295" r:id="rId13"/>
    <p:sldId id="280" r:id="rId14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B79B98-74A2-41A5-901A-7DE2C52E6BBA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28AC3F94-FC1A-40DD-9B59-5181111D9BA3}">
      <dgm:prSet phldrT="[テキスト]" phldr="1"/>
      <dgm:spPr/>
      <dgm:t>
        <a:bodyPr/>
        <a:lstStyle/>
        <a:p>
          <a:endParaRPr kumimoji="1" lang="ja-JP" altLang="en-US"/>
        </a:p>
      </dgm:t>
    </dgm:pt>
    <dgm:pt modelId="{58783D2C-63FE-46E2-AD8E-2BB0A17B4E07}" type="parTrans" cxnId="{E433F911-8899-4528-8377-3694F8CD55FD}">
      <dgm:prSet/>
      <dgm:spPr/>
      <dgm:t>
        <a:bodyPr/>
        <a:lstStyle/>
        <a:p>
          <a:endParaRPr kumimoji="1" lang="ja-JP" altLang="en-US"/>
        </a:p>
      </dgm:t>
    </dgm:pt>
    <dgm:pt modelId="{FF5CA641-2290-427B-B06E-0FA254761B17}" type="sibTrans" cxnId="{E433F911-8899-4528-8377-3694F8CD55FD}">
      <dgm:prSet/>
      <dgm:spPr/>
      <dgm:t>
        <a:bodyPr/>
        <a:lstStyle/>
        <a:p>
          <a:endParaRPr kumimoji="1" lang="ja-JP" altLang="en-US"/>
        </a:p>
      </dgm:t>
    </dgm:pt>
    <dgm:pt modelId="{B1D1C8A1-1FCC-4285-A695-D3A7F0A8546E}">
      <dgm:prSet phldrT="[テキスト]" phldr="1"/>
      <dgm:spPr/>
      <dgm:t>
        <a:bodyPr/>
        <a:lstStyle/>
        <a:p>
          <a:endParaRPr kumimoji="1" lang="ja-JP" altLang="en-US"/>
        </a:p>
      </dgm:t>
    </dgm:pt>
    <dgm:pt modelId="{DBE281C9-6587-4454-80EB-AFA6C335723E}" type="parTrans" cxnId="{16E8CCD8-8E5B-4689-86BF-CE1DD0B9608E}">
      <dgm:prSet/>
      <dgm:spPr/>
      <dgm:t>
        <a:bodyPr/>
        <a:lstStyle/>
        <a:p>
          <a:endParaRPr kumimoji="1" lang="ja-JP" altLang="en-US"/>
        </a:p>
      </dgm:t>
    </dgm:pt>
    <dgm:pt modelId="{B0139B26-69EF-4CCD-A6A0-371888DB9CF2}" type="sibTrans" cxnId="{16E8CCD8-8E5B-4689-86BF-CE1DD0B9608E}">
      <dgm:prSet/>
      <dgm:spPr/>
      <dgm:t>
        <a:bodyPr/>
        <a:lstStyle/>
        <a:p>
          <a:endParaRPr kumimoji="1" lang="ja-JP" altLang="en-US"/>
        </a:p>
      </dgm:t>
    </dgm:pt>
    <dgm:pt modelId="{ADD4191A-4088-4AA0-894C-614F244A8DBF}">
      <dgm:prSet phldrT="[テキスト]" phldr="1"/>
      <dgm:spPr/>
      <dgm:t>
        <a:bodyPr/>
        <a:lstStyle/>
        <a:p>
          <a:endParaRPr kumimoji="1" lang="ja-JP" altLang="en-US"/>
        </a:p>
      </dgm:t>
    </dgm:pt>
    <dgm:pt modelId="{70966DFF-D322-40D0-AE0E-4D65344167DF}" type="parTrans" cxnId="{861266F7-89B1-48B5-8F90-ABAB9573CEDB}">
      <dgm:prSet/>
      <dgm:spPr/>
      <dgm:t>
        <a:bodyPr/>
        <a:lstStyle/>
        <a:p>
          <a:endParaRPr kumimoji="1" lang="ja-JP" altLang="en-US"/>
        </a:p>
      </dgm:t>
    </dgm:pt>
    <dgm:pt modelId="{B111B9AE-377F-4140-A108-F17A6B68EF36}" type="sibTrans" cxnId="{861266F7-89B1-48B5-8F90-ABAB9573CEDB}">
      <dgm:prSet/>
      <dgm:spPr/>
      <dgm:t>
        <a:bodyPr/>
        <a:lstStyle/>
        <a:p>
          <a:endParaRPr kumimoji="1" lang="ja-JP" altLang="en-US"/>
        </a:p>
      </dgm:t>
    </dgm:pt>
    <dgm:pt modelId="{05199989-A7D7-45D0-BC82-6E87706EC570}">
      <dgm:prSet phldrT="[テキスト]" phldr="1"/>
      <dgm:spPr/>
      <dgm:t>
        <a:bodyPr/>
        <a:lstStyle/>
        <a:p>
          <a:endParaRPr kumimoji="1" lang="ja-JP" altLang="en-US"/>
        </a:p>
      </dgm:t>
    </dgm:pt>
    <dgm:pt modelId="{21EF3F25-01E6-4E8F-BF68-CA5B570D045E}" type="parTrans" cxnId="{9C462843-6BDA-47D8-9C9E-AFA638C7D4AE}">
      <dgm:prSet/>
      <dgm:spPr/>
      <dgm:t>
        <a:bodyPr/>
        <a:lstStyle/>
        <a:p>
          <a:endParaRPr kumimoji="1" lang="ja-JP" altLang="en-US"/>
        </a:p>
      </dgm:t>
    </dgm:pt>
    <dgm:pt modelId="{028A3214-9B73-48D9-92B9-9519678FA107}" type="sibTrans" cxnId="{9C462843-6BDA-47D8-9C9E-AFA638C7D4AE}">
      <dgm:prSet/>
      <dgm:spPr/>
      <dgm:t>
        <a:bodyPr/>
        <a:lstStyle/>
        <a:p>
          <a:endParaRPr kumimoji="1" lang="ja-JP" altLang="en-US"/>
        </a:p>
      </dgm:t>
    </dgm:pt>
    <dgm:pt modelId="{73A5E191-5A1D-4B89-9425-61081612F956}">
      <dgm:prSet phldrT="[テキスト]"/>
      <dgm:spPr/>
      <dgm:t>
        <a:bodyPr/>
        <a:lstStyle/>
        <a:p>
          <a:endParaRPr kumimoji="1" lang="ja-JP" altLang="en-US"/>
        </a:p>
      </dgm:t>
    </dgm:pt>
    <dgm:pt modelId="{E6A2D9E5-14C3-4597-A078-F4A79E13EAC0}" type="parTrans" cxnId="{63191CB6-B326-4A8E-A517-0051CDE7C3E5}">
      <dgm:prSet/>
      <dgm:spPr/>
      <dgm:t>
        <a:bodyPr/>
        <a:lstStyle/>
        <a:p>
          <a:endParaRPr kumimoji="1" lang="ja-JP" altLang="en-US"/>
        </a:p>
      </dgm:t>
    </dgm:pt>
    <dgm:pt modelId="{068F9956-D1D6-4D6A-8319-13D8485A8107}" type="sibTrans" cxnId="{63191CB6-B326-4A8E-A517-0051CDE7C3E5}">
      <dgm:prSet/>
      <dgm:spPr/>
      <dgm:t>
        <a:bodyPr/>
        <a:lstStyle/>
        <a:p>
          <a:endParaRPr kumimoji="1" lang="ja-JP" altLang="en-US"/>
        </a:p>
      </dgm:t>
    </dgm:pt>
    <dgm:pt modelId="{E01D82F1-3F28-4DA0-A009-05A04D280A05}">
      <dgm:prSet phldrT="[テキスト]"/>
      <dgm:spPr/>
      <dgm:t>
        <a:bodyPr/>
        <a:lstStyle/>
        <a:p>
          <a:endParaRPr kumimoji="1" lang="ja-JP" altLang="en-US"/>
        </a:p>
      </dgm:t>
    </dgm:pt>
    <dgm:pt modelId="{E243A894-DFA9-4BCE-ABC8-C38C04A105C8}" type="parTrans" cxnId="{857D7B1D-D925-4F26-B5B1-D7093F643D51}">
      <dgm:prSet/>
      <dgm:spPr/>
    </dgm:pt>
    <dgm:pt modelId="{B51E6D75-B94F-4C80-986B-03849A1BF492}" type="sibTrans" cxnId="{857D7B1D-D925-4F26-B5B1-D7093F643D51}">
      <dgm:prSet/>
      <dgm:spPr/>
    </dgm:pt>
    <dgm:pt modelId="{54264029-C518-471F-A1FC-C9D456365488}" type="pres">
      <dgm:prSet presAssocID="{42B79B98-74A2-41A5-901A-7DE2C52E6BBA}" presName="cycle" presStyleCnt="0">
        <dgm:presLayoutVars>
          <dgm:dir/>
          <dgm:resizeHandles val="exact"/>
        </dgm:presLayoutVars>
      </dgm:prSet>
      <dgm:spPr/>
    </dgm:pt>
    <dgm:pt modelId="{156F4C9B-6BF0-46D5-AD42-F5AF86CF3E1A}" type="pres">
      <dgm:prSet presAssocID="{28AC3F94-FC1A-40DD-9B59-5181111D9BA3}" presName="node" presStyleLbl="node1" presStyleIdx="0" presStyleCnt="6">
        <dgm:presLayoutVars>
          <dgm:bulletEnabled val="1"/>
        </dgm:presLayoutVars>
      </dgm:prSet>
      <dgm:spPr/>
    </dgm:pt>
    <dgm:pt modelId="{F4F9FFCB-73D5-40F2-BDAE-389AE4AEA8DB}" type="pres">
      <dgm:prSet presAssocID="{28AC3F94-FC1A-40DD-9B59-5181111D9BA3}" presName="spNode" presStyleCnt="0"/>
      <dgm:spPr/>
    </dgm:pt>
    <dgm:pt modelId="{073BD207-AB49-4C85-A979-F9C8E28610F4}" type="pres">
      <dgm:prSet presAssocID="{FF5CA641-2290-427B-B06E-0FA254761B17}" presName="sibTrans" presStyleLbl="sibTrans1D1" presStyleIdx="0" presStyleCnt="6"/>
      <dgm:spPr/>
    </dgm:pt>
    <dgm:pt modelId="{5BB5440D-96DE-4665-8B95-795E4AB9E17E}" type="pres">
      <dgm:prSet presAssocID="{B1D1C8A1-1FCC-4285-A695-D3A7F0A8546E}" presName="node" presStyleLbl="node1" presStyleIdx="1" presStyleCnt="6">
        <dgm:presLayoutVars>
          <dgm:bulletEnabled val="1"/>
        </dgm:presLayoutVars>
      </dgm:prSet>
      <dgm:spPr/>
    </dgm:pt>
    <dgm:pt modelId="{9A8A541E-8CAA-44BA-8E25-70804400D71C}" type="pres">
      <dgm:prSet presAssocID="{B1D1C8A1-1FCC-4285-A695-D3A7F0A8546E}" presName="spNode" presStyleCnt="0"/>
      <dgm:spPr/>
    </dgm:pt>
    <dgm:pt modelId="{20D4C711-90ED-497D-A4C8-1FCD768B41E2}" type="pres">
      <dgm:prSet presAssocID="{B0139B26-69EF-4CCD-A6A0-371888DB9CF2}" presName="sibTrans" presStyleLbl="sibTrans1D1" presStyleIdx="1" presStyleCnt="6"/>
      <dgm:spPr/>
    </dgm:pt>
    <dgm:pt modelId="{42DBE13D-2114-4363-9995-1A57F8EFD539}" type="pres">
      <dgm:prSet presAssocID="{ADD4191A-4088-4AA0-894C-614F244A8DBF}" presName="node" presStyleLbl="node1" presStyleIdx="2" presStyleCnt="6">
        <dgm:presLayoutVars>
          <dgm:bulletEnabled val="1"/>
        </dgm:presLayoutVars>
      </dgm:prSet>
      <dgm:spPr/>
    </dgm:pt>
    <dgm:pt modelId="{B90AC072-8C44-4AF4-8AB8-E1676E630C4F}" type="pres">
      <dgm:prSet presAssocID="{ADD4191A-4088-4AA0-894C-614F244A8DBF}" presName="spNode" presStyleCnt="0"/>
      <dgm:spPr/>
    </dgm:pt>
    <dgm:pt modelId="{58C58FAD-B107-4905-B3C0-4100F6A9AAE9}" type="pres">
      <dgm:prSet presAssocID="{B111B9AE-377F-4140-A108-F17A6B68EF36}" presName="sibTrans" presStyleLbl="sibTrans1D1" presStyleIdx="2" presStyleCnt="6"/>
      <dgm:spPr/>
    </dgm:pt>
    <dgm:pt modelId="{8C58D88F-6D65-4727-A1AB-22E91B4F2F0B}" type="pres">
      <dgm:prSet presAssocID="{05199989-A7D7-45D0-BC82-6E87706EC570}" presName="node" presStyleLbl="node1" presStyleIdx="3" presStyleCnt="6">
        <dgm:presLayoutVars>
          <dgm:bulletEnabled val="1"/>
        </dgm:presLayoutVars>
      </dgm:prSet>
      <dgm:spPr/>
    </dgm:pt>
    <dgm:pt modelId="{7F21E1F7-3B14-4935-90CB-B9E6531963AE}" type="pres">
      <dgm:prSet presAssocID="{05199989-A7D7-45D0-BC82-6E87706EC570}" presName="spNode" presStyleCnt="0"/>
      <dgm:spPr/>
    </dgm:pt>
    <dgm:pt modelId="{F0E20DA2-53E3-4B2D-A86D-742C798933C7}" type="pres">
      <dgm:prSet presAssocID="{028A3214-9B73-48D9-92B9-9519678FA107}" presName="sibTrans" presStyleLbl="sibTrans1D1" presStyleIdx="3" presStyleCnt="6"/>
      <dgm:spPr/>
    </dgm:pt>
    <dgm:pt modelId="{947464D9-E839-4600-A246-8EC19803155E}" type="pres">
      <dgm:prSet presAssocID="{73A5E191-5A1D-4B89-9425-61081612F956}" presName="node" presStyleLbl="node1" presStyleIdx="4" presStyleCnt="6">
        <dgm:presLayoutVars>
          <dgm:bulletEnabled val="1"/>
        </dgm:presLayoutVars>
      </dgm:prSet>
      <dgm:spPr/>
    </dgm:pt>
    <dgm:pt modelId="{0C47C1BB-2E59-44B9-A58C-3633525FB83D}" type="pres">
      <dgm:prSet presAssocID="{73A5E191-5A1D-4B89-9425-61081612F956}" presName="spNode" presStyleCnt="0"/>
      <dgm:spPr/>
    </dgm:pt>
    <dgm:pt modelId="{92A41101-1AB9-40A8-917B-E46E320AA829}" type="pres">
      <dgm:prSet presAssocID="{068F9956-D1D6-4D6A-8319-13D8485A8107}" presName="sibTrans" presStyleLbl="sibTrans1D1" presStyleIdx="4" presStyleCnt="6"/>
      <dgm:spPr/>
    </dgm:pt>
    <dgm:pt modelId="{A8E6CBFB-5917-418F-92D0-FB28F5F940E2}" type="pres">
      <dgm:prSet presAssocID="{E01D82F1-3F28-4DA0-A009-05A04D280A05}" presName="node" presStyleLbl="node1" presStyleIdx="5" presStyleCnt="6">
        <dgm:presLayoutVars>
          <dgm:bulletEnabled val="1"/>
        </dgm:presLayoutVars>
      </dgm:prSet>
      <dgm:spPr/>
    </dgm:pt>
    <dgm:pt modelId="{0C263D44-B6DE-4362-8F35-03A56B2A2D23}" type="pres">
      <dgm:prSet presAssocID="{E01D82F1-3F28-4DA0-A009-05A04D280A05}" presName="spNode" presStyleCnt="0"/>
      <dgm:spPr/>
    </dgm:pt>
    <dgm:pt modelId="{9724664B-B119-4A4E-83AD-E4FFF00B9117}" type="pres">
      <dgm:prSet presAssocID="{B51E6D75-B94F-4C80-986B-03849A1BF492}" presName="sibTrans" presStyleLbl="sibTrans1D1" presStyleIdx="5" presStyleCnt="6"/>
      <dgm:spPr/>
    </dgm:pt>
  </dgm:ptLst>
  <dgm:cxnLst>
    <dgm:cxn modelId="{DEDD2209-C7D7-449D-A885-84CB856E0C5C}" type="presOf" srcId="{E01D82F1-3F28-4DA0-A009-05A04D280A05}" destId="{A8E6CBFB-5917-418F-92D0-FB28F5F940E2}" srcOrd="0" destOrd="0" presId="urn:microsoft.com/office/officeart/2005/8/layout/cycle6"/>
    <dgm:cxn modelId="{E433F911-8899-4528-8377-3694F8CD55FD}" srcId="{42B79B98-74A2-41A5-901A-7DE2C52E6BBA}" destId="{28AC3F94-FC1A-40DD-9B59-5181111D9BA3}" srcOrd="0" destOrd="0" parTransId="{58783D2C-63FE-46E2-AD8E-2BB0A17B4E07}" sibTransId="{FF5CA641-2290-427B-B06E-0FA254761B17}"/>
    <dgm:cxn modelId="{857D7B1D-D925-4F26-B5B1-D7093F643D51}" srcId="{42B79B98-74A2-41A5-901A-7DE2C52E6BBA}" destId="{E01D82F1-3F28-4DA0-A009-05A04D280A05}" srcOrd="5" destOrd="0" parTransId="{E243A894-DFA9-4BCE-ABC8-C38C04A105C8}" sibTransId="{B51E6D75-B94F-4C80-986B-03849A1BF492}"/>
    <dgm:cxn modelId="{40136D35-C16A-4ADC-A8B8-3575FD5D10EA}" type="presOf" srcId="{B1D1C8A1-1FCC-4285-A695-D3A7F0A8546E}" destId="{5BB5440D-96DE-4665-8B95-795E4AB9E17E}" srcOrd="0" destOrd="0" presId="urn:microsoft.com/office/officeart/2005/8/layout/cycle6"/>
    <dgm:cxn modelId="{5E87335F-439F-410C-9CD6-74A4B54D6EDA}" type="presOf" srcId="{FF5CA641-2290-427B-B06E-0FA254761B17}" destId="{073BD207-AB49-4C85-A979-F9C8E28610F4}" srcOrd="0" destOrd="0" presId="urn:microsoft.com/office/officeart/2005/8/layout/cycle6"/>
    <dgm:cxn modelId="{402D2A41-981B-4897-B3C8-34D621E01CE8}" type="presOf" srcId="{068F9956-D1D6-4D6A-8319-13D8485A8107}" destId="{92A41101-1AB9-40A8-917B-E46E320AA829}" srcOrd="0" destOrd="0" presId="urn:microsoft.com/office/officeart/2005/8/layout/cycle6"/>
    <dgm:cxn modelId="{9C462843-6BDA-47D8-9C9E-AFA638C7D4AE}" srcId="{42B79B98-74A2-41A5-901A-7DE2C52E6BBA}" destId="{05199989-A7D7-45D0-BC82-6E87706EC570}" srcOrd="3" destOrd="0" parTransId="{21EF3F25-01E6-4E8F-BF68-CA5B570D045E}" sibTransId="{028A3214-9B73-48D9-92B9-9519678FA107}"/>
    <dgm:cxn modelId="{40DB0547-505F-4302-8FB0-2188F9371666}" type="presOf" srcId="{B0139B26-69EF-4CCD-A6A0-371888DB9CF2}" destId="{20D4C711-90ED-497D-A4C8-1FCD768B41E2}" srcOrd="0" destOrd="0" presId="urn:microsoft.com/office/officeart/2005/8/layout/cycle6"/>
    <dgm:cxn modelId="{CDB2B6A5-5606-4017-8828-0B8DDCBA5A53}" type="presOf" srcId="{05199989-A7D7-45D0-BC82-6E87706EC570}" destId="{8C58D88F-6D65-4727-A1AB-22E91B4F2F0B}" srcOrd="0" destOrd="0" presId="urn:microsoft.com/office/officeart/2005/8/layout/cycle6"/>
    <dgm:cxn modelId="{6C93FAA8-74B3-42D2-AE20-2DEC73191500}" type="presOf" srcId="{42B79B98-74A2-41A5-901A-7DE2C52E6BBA}" destId="{54264029-C518-471F-A1FC-C9D456365488}" srcOrd="0" destOrd="0" presId="urn:microsoft.com/office/officeart/2005/8/layout/cycle6"/>
    <dgm:cxn modelId="{2D7F7DAE-7995-4400-A051-5B26C1DBF8BF}" type="presOf" srcId="{ADD4191A-4088-4AA0-894C-614F244A8DBF}" destId="{42DBE13D-2114-4363-9995-1A57F8EFD539}" srcOrd="0" destOrd="0" presId="urn:microsoft.com/office/officeart/2005/8/layout/cycle6"/>
    <dgm:cxn modelId="{729CB1B4-1F92-4425-8682-272987264964}" type="presOf" srcId="{B111B9AE-377F-4140-A108-F17A6B68EF36}" destId="{58C58FAD-B107-4905-B3C0-4100F6A9AAE9}" srcOrd="0" destOrd="0" presId="urn:microsoft.com/office/officeart/2005/8/layout/cycle6"/>
    <dgm:cxn modelId="{63191CB6-B326-4A8E-A517-0051CDE7C3E5}" srcId="{42B79B98-74A2-41A5-901A-7DE2C52E6BBA}" destId="{73A5E191-5A1D-4B89-9425-61081612F956}" srcOrd="4" destOrd="0" parTransId="{E6A2D9E5-14C3-4597-A078-F4A79E13EAC0}" sibTransId="{068F9956-D1D6-4D6A-8319-13D8485A8107}"/>
    <dgm:cxn modelId="{FC0C03C2-3558-4D26-9B11-F190E295D779}" type="presOf" srcId="{73A5E191-5A1D-4B89-9425-61081612F956}" destId="{947464D9-E839-4600-A246-8EC19803155E}" srcOrd="0" destOrd="0" presId="urn:microsoft.com/office/officeart/2005/8/layout/cycle6"/>
    <dgm:cxn modelId="{5E51AAD8-1601-4569-8B30-BB064024D985}" type="presOf" srcId="{28AC3F94-FC1A-40DD-9B59-5181111D9BA3}" destId="{156F4C9B-6BF0-46D5-AD42-F5AF86CF3E1A}" srcOrd="0" destOrd="0" presId="urn:microsoft.com/office/officeart/2005/8/layout/cycle6"/>
    <dgm:cxn modelId="{16E8CCD8-8E5B-4689-86BF-CE1DD0B9608E}" srcId="{42B79B98-74A2-41A5-901A-7DE2C52E6BBA}" destId="{B1D1C8A1-1FCC-4285-A695-D3A7F0A8546E}" srcOrd="1" destOrd="0" parTransId="{DBE281C9-6587-4454-80EB-AFA6C335723E}" sibTransId="{B0139B26-69EF-4CCD-A6A0-371888DB9CF2}"/>
    <dgm:cxn modelId="{7551D0EF-567C-46D2-B262-0084982512EF}" type="presOf" srcId="{B51E6D75-B94F-4C80-986B-03849A1BF492}" destId="{9724664B-B119-4A4E-83AD-E4FFF00B9117}" srcOrd="0" destOrd="0" presId="urn:microsoft.com/office/officeart/2005/8/layout/cycle6"/>
    <dgm:cxn modelId="{861266F7-89B1-48B5-8F90-ABAB9573CEDB}" srcId="{42B79B98-74A2-41A5-901A-7DE2C52E6BBA}" destId="{ADD4191A-4088-4AA0-894C-614F244A8DBF}" srcOrd="2" destOrd="0" parTransId="{70966DFF-D322-40D0-AE0E-4D65344167DF}" sibTransId="{B111B9AE-377F-4140-A108-F17A6B68EF36}"/>
    <dgm:cxn modelId="{2FA898FC-7766-488B-94A5-CDE3DABEA86F}" type="presOf" srcId="{028A3214-9B73-48D9-92B9-9519678FA107}" destId="{F0E20DA2-53E3-4B2D-A86D-742C798933C7}" srcOrd="0" destOrd="0" presId="urn:microsoft.com/office/officeart/2005/8/layout/cycle6"/>
    <dgm:cxn modelId="{236F08ED-9DE8-49DB-A609-F5A6E9A8B9A1}" type="presParOf" srcId="{54264029-C518-471F-A1FC-C9D456365488}" destId="{156F4C9B-6BF0-46D5-AD42-F5AF86CF3E1A}" srcOrd="0" destOrd="0" presId="urn:microsoft.com/office/officeart/2005/8/layout/cycle6"/>
    <dgm:cxn modelId="{0402DBA6-20B4-4B07-BA9F-326C897B3597}" type="presParOf" srcId="{54264029-C518-471F-A1FC-C9D456365488}" destId="{F4F9FFCB-73D5-40F2-BDAE-389AE4AEA8DB}" srcOrd="1" destOrd="0" presId="urn:microsoft.com/office/officeart/2005/8/layout/cycle6"/>
    <dgm:cxn modelId="{3CC33903-8ABA-4986-B35A-48B0EC02D102}" type="presParOf" srcId="{54264029-C518-471F-A1FC-C9D456365488}" destId="{073BD207-AB49-4C85-A979-F9C8E28610F4}" srcOrd="2" destOrd="0" presId="urn:microsoft.com/office/officeart/2005/8/layout/cycle6"/>
    <dgm:cxn modelId="{51F859DF-B49F-45FD-A218-F2E15ADC6BB0}" type="presParOf" srcId="{54264029-C518-471F-A1FC-C9D456365488}" destId="{5BB5440D-96DE-4665-8B95-795E4AB9E17E}" srcOrd="3" destOrd="0" presId="urn:microsoft.com/office/officeart/2005/8/layout/cycle6"/>
    <dgm:cxn modelId="{F5B4D94F-5D63-40BD-8F21-90FBFDF00B63}" type="presParOf" srcId="{54264029-C518-471F-A1FC-C9D456365488}" destId="{9A8A541E-8CAA-44BA-8E25-70804400D71C}" srcOrd="4" destOrd="0" presId="urn:microsoft.com/office/officeart/2005/8/layout/cycle6"/>
    <dgm:cxn modelId="{1CC4BADE-E0AB-48A7-BBF6-4AA89C922BD4}" type="presParOf" srcId="{54264029-C518-471F-A1FC-C9D456365488}" destId="{20D4C711-90ED-497D-A4C8-1FCD768B41E2}" srcOrd="5" destOrd="0" presId="urn:microsoft.com/office/officeart/2005/8/layout/cycle6"/>
    <dgm:cxn modelId="{DF93E6D8-D928-4A38-BFA0-B2BE33A93505}" type="presParOf" srcId="{54264029-C518-471F-A1FC-C9D456365488}" destId="{42DBE13D-2114-4363-9995-1A57F8EFD539}" srcOrd="6" destOrd="0" presId="urn:microsoft.com/office/officeart/2005/8/layout/cycle6"/>
    <dgm:cxn modelId="{B4D35D0D-8C91-48DD-8C33-A3D8F10BBDA6}" type="presParOf" srcId="{54264029-C518-471F-A1FC-C9D456365488}" destId="{B90AC072-8C44-4AF4-8AB8-E1676E630C4F}" srcOrd="7" destOrd="0" presId="urn:microsoft.com/office/officeart/2005/8/layout/cycle6"/>
    <dgm:cxn modelId="{515E0B3B-1CEB-411D-AFA5-C911272A951A}" type="presParOf" srcId="{54264029-C518-471F-A1FC-C9D456365488}" destId="{58C58FAD-B107-4905-B3C0-4100F6A9AAE9}" srcOrd="8" destOrd="0" presId="urn:microsoft.com/office/officeart/2005/8/layout/cycle6"/>
    <dgm:cxn modelId="{468172DB-92F9-4F4C-8758-691F311F5A55}" type="presParOf" srcId="{54264029-C518-471F-A1FC-C9D456365488}" destId="{8C58D88F-6D65-4727-A1AB-22E91B4F2F0B}" srcOrd="9" destOrd="0" presId="urn:microsoft.com/office/officeart/2005/8/layout/cycle6"/>
    <dgm:cxn modelId="{B2359556-6E46-4F85-9579-2C448641DC59}" type="presParOf" srcId="{54264029-C518-471F-A1FC-C9D456365488}" destId="{7F21E1F7-3B14-4935-90CB-B9E6531963AE}" srcOrd="10" destOrd="0" presId="urn:microsoft.com/office/officeart/2005/8/layout/cycle6"/>
    <dgm:cxn modelId="{22FABD80-5F8C-4BE0-A8A0-9A0EEC3686EC}" type="presParOf" srcId="{54264029-C518-471F-A1FC-C9D456365488}" destId="{F0E20DA2-53E3-4B2D-A86D-742C798933C7}" srcOrd="11" destOrd="0" presId="urn:microsoft.com/office/officeart/2005/8/layout/cycle6"/>
    <dgm:cxn modelId="{D086B40D-1F53-40EE-9135-7FAAEBC1A97F}" type="presParOf" srcId="{54264029-C518-471F-A1FC-C9D456365488}" destId="{947464D9-E839-4600-A246-8EC19803155E}" srcOrd="12" destOrd="0" presId="urn:microsoft.com/office/officeart/2005/8/layout/cycle6"/>
    <dgm:cxn modelId="{80FBC90E-5442-4976-9241-57B41A86AB7F}" type="presParOf" srcId="{54264029-C518-471F-A1FC-C9D456365488}" destId="{0C47C1BB-2E59-44B9-A58C-3633525FB83D}" srcOrd="13" destOrd="0" presId="urn:microsoft.com/office/officeart/2005/8/layout/cycle6"/>
    <dgm:cxn modelId="{7D648436-069F-4C7F-8108-6D747015D182}" type="presParOf" srcId="{54264029-C518-471F-A1FC-C9D456365488}" destId="{92A41101-1AB9-40A8-917B-E46E320AA829}" srcOrd="14" destOrd="0" presId="urn:microsoft.com/office/officeart/2005/8/layout/cycle6"/>
    <dgm:cxn modelId="{DE665008-2F79-4B6F-93DB-457BF54F70E5}" type="presParOf" srcId="{54264029-C518-471F-A1FC-C9D456365488}" destId="{A8E6CBFB-5917-418F-92D0-FB28F5F940E2}" srcOrd="15" destOrd="0" presId="urn:microsoft.com/office/officeart/2005/8/layout/cycle6"/>
    <dgm:cxn modelId="{5D3AE830-F026-45B5-B7E8-A7FC24DF9D17}" type="presParOf" srcId="{54264029-C518-471F-A1FC-C9D456365488}" destId="{0C263D44-B6DE-4362-8F35-03A56B2A2D23}" srcOrd="16" destOrd="0" presId="urn:microsoft.com/office/officeart/2005/8/layout/cycle6"/>
    <dgm:cxn modelId="{4A301273-940D-4F20-B75F-76A92372E16F}" type="presParOf" srcId="{54264029-C518-471F-A1FC-C9D456365488}" destId="{9724664B-B119-4A4E-83AD-E4FFF00B9117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B71DDC-9B1E-4FEB-A1CE-564654E079F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F1E0856E-4605-46B7-A939-14CDF882C5B1}">
      <dgm:prSet phldrT="[テキスト]" phldr="1"/>
      <dgm:spPr/>
      <dgm:t>
        <a:bodyPr/>
        <a:lstStyle/>
        <a:p>
          <a:endParaRPr kumimoji="1" lang="ja-JP" altLang="en-US"/>
        </a:p>
      </dgm:t>
    </dgm:pt>
    <dgm:pt modelId="{953EA796-7FC5-4F95-9F3D-89B0F77B8662}" type="parTrans" cxnId="{839DCCAC-FB13-48DD-A80A-CC263C5897C6}">
      <dgm:prSet/>
      <dgm:spPr/>
      <dgm:t>
        <a:bodyPr/>
        <a:lstStyle/>
        <a:p>
          <a:endParaRPr kumimoji="1" lang="ja-JP" altLang="en-US"/>
        </a:p>
      </dgm:t>
    </dgm:pt>
    <dgm:pt modelId="{4CA9A205-4E2B-4749-A479-2A257C4F35E8}" type="sibTrans" cxnId="{839DCCAC-FB13-48DD-A80A-CC263C5897C6}">
      <dgm:prSet/>
      <dgm:spPr/>
      <dgm:t>
        <a:bodyPr/>
        <a:lstStyle/>
        <a:p>
          <a:endParaRPr kumimoji="1" lang="ja-JP" altLang="en-US"/>
        </a:p>
      </dgm:t>
    </dgm:pt>
    <dgm:pt modelId="{61BBA4FB-9BC3-4A26-8A88-8F7C0A46C0F6}">
      <dgm:prSet phldrT="[テキスト]" phldr="1"/>
      <dgm:spPr/>
      <dgm:t>
        <a:bodyPr/>
        <a:lstStyle/>
        <a:p>
          <a:endParaRPr kumimoji="1" lang="ja-JP" altLang="en-US"/>
        </a:p>
      </dgm:t>
    </dgm:pt>
    <dgm:pt modelId="{815DA6AB-CF51-48D0-8097-654E58CA254A}" type="parTrans" cxnId="{2FE8FB9A-B0D8-47DA-A31C-8657E5E66215}">
      <dgm:prSet/>
      <dgm:spPr/>
      <dgm:t>
        <a:bodyPr/>
        <a:lstStyle/>
        <a:p>
          <a:endParaRPr kumimoji="1" lang="ja-JP" altLang="en-US"/>
        </a:p>
      </dgm:t>
    </dgm:pt>
    <dgm:pt modelId="{47E28558-27BE-448F-A9C6-4E2F0EF863FD}" type="sibTrans" cxnId="{2FE8FB9A-B0D8-47DA-A31C-8657E5E66215}">
      <dgm:prSet/>
      <dgm:spPr/>
      <dgm:t>
        <a:bodyPr/>
        <a:lstStyle/>
        <a:p>
          <a:endParaRPr kumimoji="1" lang="ja-JP" altLang="en-US"/>
        </a:p>
      </dgm:t>
    </dgm:pt>
    <dgm:pt modelId="{B3CD9004-F3D9-4611-B97F-F0C1FAD8AFF0}">
      <dgm:prSet phldrT="[テキスト]" phldr="1"/>
      <dgm:spPr/>
      <dgm:t>
        <a:bodyPr/>
        <a:lstStyle/>
        <a:p>
          <a:endParaRPr kumimoji="1" lang="ja-JP" altLang="en-US"/>
        </a:p>
      </dgm:t>
    </dgm:pt>
    <dgm:pt modelId="{3F0D31E6-23DA-481D-A5E9-3F19DBA6632C}" type="parTrans" cxnId="{B2E6CCF2-E787-4363-B9BB-3ABA83FC9D2B}">
      <dgm:prSet/>
      <dgm:spPr/>
      <dgm:t>
        <a:bodyPr/>
        <a:lstStyle/>
        <a:p>
          <a:endParaRPr kumimoji="1" lang="ja-JP" altLang="en-US"/>
        </a:p>
      </dgm:t>
    </dgm:pt>
    <dgm:pt modelId="{CE45C855-CBF1-4687-BB2E-9BBC35674997}" type="sibTrans" cxnId="{B2E6CCF2-E787-4363-B9BB-3ABA83FC9D2B}">
      <dgm:prSet/>
      <dgm:spPr/>
      <dgm:t>
        <a:bodyPr/>
        <a:lstStyle/>
        <a:p>
          <a:endParaRPr kumimoji="1" lang="ja-JP" altLang="en-US"/>
        </a:p>
      </dgm:t>
    </dgm:pt>
    <dgm:pt modelId="{07E642B4-0869-4A5A-B398-FD4495768AF7}">
      <dgm:prSet phldrT="[テキスト]" phldr="1"/>
      <dgm:spPr/>
      <dgm:t>
        <a:bodyPr/>
        <a:lstStyle/>
        <a:p>
          <a:endParaRPr kumimoji="1" lang="ja-JP" altLang="en-US"/>
        </a:p>
      </dgm:t>
    </dgm:pt>
    <dgm:pt modelId="{34F36A8F-7196-4B87-974C-214FFBBD0467}" type="parTrans" cxnId="{F68C7FA1-5A2E-4681-A82C-DFFDD17EEA53}">
      <dgm:prSet/>
      <dgm:spPr/>
      <dgm:t>
        <a:bodyPr/>
        <a:lstStyle/>
        <a:p>
          <a:endParaRPr kumimoji="1" lang="ja-JP" altLang="en-US"/>
        </a:p>
      </dgm:t>
    </dgm:pt>
    <dgm:pt modelId="{3AC17651-EC60-4099-B2C3-17C95318643F}" type="sibTrans" cxnId="{F68C7FA1-5A2E-4681-A82C-DFFDD17EEA53}">
      <dgm:prSet/>
      <dgm:spPr/>
      <dgm:t>
        <a:bodyPr/>
        <a:lstStyle/>
        <a:p>
          <a:endParaRPr kumimoji="1" lang="ja-JP" altLang="en-US"/>
        </a:p>
      </dgm:t>
    </dgm:pt>
    <dgm:pt modelId="{0725848D-A5B8-4E00-91EC-11F69A8DA3A4}">
      <dgm:prSet phldrT="[テキスト]" phldr="1"/>
      <dgm:spPr/>
      <dgm:t>
        <a:bodyPr/>
        <a:lstStyle/>
        <a:p>
          <a:endParaRPr kumimoji="1" lang="ja-JP" altLang="en-US"/>
        </a:p>
      </dgm:t>
    </dgm:pt>
    <dgm:pt modelId="{08BAC88E-B42F-49B2-85BD-77EE9A877816}" type="parTrans" cxnId="{375C07C6-02FC-4C6E-99AD-F62A5037D0B8}">
      <dgm:prSet/>
      <dgm:spPr/>
      <dgm:t>
        <a:bodyPr/>
        <a:lstStyle/>
        <a:p>
          <a:endParaRPr kumimoji="1" lang="ja-JP" altLang="en-US"/>
        </a:p>
      </dgm:t>
    </dgm:pt>
    <dgm:pt modelId="{A5787279-87BA-4364-96CA-192C051B8480}" type="sibTrans" cxnId="{375C07C6-02FC-4C6E-99AD-F62A5037D0B8}">
      <dgm:prSet/>
      <dgm:spPr/>
      <dgm:t>
        <a:bodyPr/>
        <a:lstStyle/>
        <a:p>
          <a:endParaRPr kumimoji="1" lang="ja-JP" altLang="en-US"/>
        </a:p>
      </dgm:t>
    </dgm:pt>
    <dgm:pt modelId="{C9EDDDFD-E6B4-4899-8745-439D0C44866C}">
      <dgm:prSet phldrT="[テキスト]"/>
      <dgm:spPr/>
      <dgm:t>
        <a:bodyPr/>
        <a:lstStyle/>
        <a:p>
          <a:endParaRPr kumimoji="1" lang="ja-JP" altLang="en-US"/>
        </a:p>
      </dgm:t>
    </dgm:pt>
    <dgm:pt modelId="{258A4C54-CCDD-4D3C-AB00-42AF9583F5B0}" type="parTrans" cxnId="{EC6745E7-CD1F-4874-BC84-83BF50707003}">
      <dgm:prSet/>
      <dgm:spPr/>
      <dgm:t>
        <a:bodyPr/>
        <a:lstStyle/>
        <a:p>
          <a:endParaRPr kumimoji="1" lang="ja-JP" altLang="en-US"/>
        </a:p>
      </dgm:t>
    </dgm:pt>
    <dgm:pt modelId="{5DD4AEC4-196A-4614-ADC6-11892B55A9CD}" type="sibTrans" cxnId="{EC6745E7-CD1F-4874-BC84-83BF50707003}">
      <dgm:prSet/>
      <dgm:spPr/>
      <dgm:t>
        <a:bodyPr/>
        <a:lstStyle/>
        <a:p>
          <a:endParaRPr kumimoji="1" lang="ja-JP" altLang="en-US"/>
        </a:p>
      </dgm:t>
    </dgm:pt>
    <dgm:pt modelId="{87EA23F6-6C7E-4C8E-90C9-9F0230759622}">
      <dgm:prSet phldrT="[テキスト]"/>
      <dgm:spPr/>
      <dgm:t>
        <a:bodyPr/>
        <a:lstStyle/>
        <a:p>
          <a:endParaRPr kumimoji="1" lang="ja-JP" altLang="en-US"/>
        </a:p>
      </dgm:t>
    </dgm:pt>
    <dgm:pt modelId="{2F964843-05E7-469C-BA00-BD60E1928EA3}" type="parTrans" cxnId="{E3366B52-FCE6-4396-9CBE-A9F67CCEEB59}">
      <dgm:prSet/>
      <dgm:spPr/>
    </dgm:pt>
    <dgm:pt modelId="{2DC20D9B-9423-4281-9CB3-2F0BB6BE7388}" type="sibTrans" cxnId="{E3366B52-FCE6-4396-9CBE-A9F67CCEEB59}">
      <dgm:prSet/>
      <dgm:spPr/>
    </dgm:pt>
    <dgm:pt modelId="{80AF83A8-94D4-4852-9548-B85A07152F4E}" type="pres">
      <dgm:prSet presAssocID="{FFB71DDC-9B1E-4FEB-A1CE-564654E079F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9DFFFC0-4026-4C2E-9BD7-71135A11B0C9}" type="pres">
      <dgm:prSet presAssocID="{F1E0856E-4605-46B7-A939-14CDF882C5B1}" presName="hierRoot1" presStyleCnt="0"/>
      <dgm:spPr/>
    </dgm:pt>
    <dgm:pt modelId="{9B0D5CE0-EF9F-4386-BD0C-DAC8AE1EE4AA}" type="pres">
      <dgm:prSet presAssocID="{F1E0856E-4605-46B7-A939-14CDF882C5B1}" presName="composite" presStyleCnt="0"/>
      <dgm:spPr/>
    </dgm:pt>
    <dgm:pt modelId="{B1CC67F4-DAE3-46C0-BFBD-E08A1980C1FB}" type="pres">
      <dgm:prSet presAssocID="{F1E0856E-4605-46B7-A939-14CDF882C5B1}" presName="background" presStyleLbl="node0" presStyleIdx="0" presStyleCnt="1"/>
      <dgm:spPr/>
    </dgm:pt>
    <dgm:pt modelId="{43980601-F39B-4D4A-ACE6-FA4123B9FB9C}" type="pres">
      <dgm:prSet presAssocID="{F1E0856E-4605-46B7-A939-14CDF882C5B1}" presName="text" presStyleLbl="fgAcc0" presStyleIdx="0" presStyleCnt="1">
        <dgm:presLayoutVars>
          <dgm:chPref val="3"/>
        </dgm:presLayoutVars>
      </dgm:prSet>
      <dgm:spPr/>
    </dgm:pt>
    <dgm:pt modelId="{8BAD928B-60F2-461F-BD77-B7836A0398DA}" type="pres">
      <dgm:prSet presAssocID="{F1E0856E-4605-46B7-A939-14CDF882C5B1}" presName="hierChild2" presStyleCnt="0"/>
      <dgm:spPr/>
    </dgm:pt>
    <dgm:pt modelId="{29037ED7-06A8-4A26-B229-764D8769F315}" type="pres">
      <dgm:prSet presAssocID="{815DA6AB-CF51-48D0-8097-654E58CA254A}" presName="Name10" presStyleLbl="parChTrans1D2" presStyleIdx="0" presStyleCnt="2"/>
      <dgm:spPr/>
    </dgm:pt>
    <dgm:pt modelId="{0A2D09D2-2560-4A21-9FEB-5C135E1B4EBF}" type="pres">
      <dgm:prSet presAssocID="{61BBA4FB-9BC3-4A26-8A88-8F7C0A46C0F6}" presName="hierRoot2" presStyleCnt="0"/>
      <dgm:spPr/>
    </dgm:pt>
    <dgm:pt modelId="{01236DEA-D7F6-472C-8115-9FF2DF1D62D9}" type="pres">
      <dgm:prSet presAssocID="{61BBA4FB-9BC3-4A26-8A88-8F7C0A46C0F6}" presName="composite2" presStyleCnt="0"/>
      <dgm:spPr/>
    </dgm:pt>
    <dgm:pt modelId="{2DA89AC7-2373-4089-93B1-7319DBC1D398}" type="pres">
      <dgm:prSet presAssocID="{61BBA4FB-9BC3-4A26-8A88-8F7C0A46C0F6}" presName="background2" presStyleLbl="node2" presStyleIdx="0" presStyleCnt="2"/>
      <dgm:spPr/>
    </dgm:pt>
    <dgm:pt modelId="{57ED953E-703A-405D-A7BF-B7953308675E}" type="pres">
      <dgm:prSet presAssocID="{61BBA4FB-9BC3-4A26-8A88-8F7C0A46C0F6}" presName="text2" presStyleLbl="fgAcc2" presStyleIdx="0" presStyleCnt="2">
        <dgm:presLayoutVars>
          <dgm:chPref val="3"/>
        </dgm:presLayoutVars>
      </dgm:prSet>
      <dgm:spPr/>
    </dgm:pt>
    <dgm:pt modelId="{53B339EC-01F0-4387-93C8-EFD0481CFED9}" type="pres">
      <dgm:prSet presAssocID="{61BBA4FB-9BC3-4A26-8A88-8F7C0A46C0F6}" presName="hierChild3" presStyleCnt="0"/>
      <dgm:spPr/>
    </dgm:pt>
    <dgm:pt modelId="{F53D0CA7-4A46-4716-A81E-19D5193B3391}" type="pres">
      <dgm:prSet presAssocID="{3F0D31E6-23DA-481D-A5E9-3F19DBA6632C}" presName="Name17" presStyleLbl="parChTrans1D3" presStyleIdx="0" presStyleCnt="4"/>
      <dgm:spPr/>
    </dgm:pt>
    <dgm:pt modelId="{82BE1CA1-F3F2-41B4-8580-2AE77F180C13}" type="pres">
      <dgm:prSet presAssocID="{B3CD9004-F3D9-4611-B97F-F0C1FAD8AFF0}" presName="hierRoot3" presStyleCnt="0"/>
      <dgm:spPr/>
    </dgm:pt>
    <dgm:pt modelId="{3575F005-55E4-4712-A1CF-A772BC892483}" type="pres">
      <dgm:prSet presAssocID="{B3CD9004-F3D9-4611-B97F-F0C1FAD8AFF0}" presName="composite3" presStyleCnt="0"/>
      <dgm:spPr/>
    </dgm:pt>
    <dgm:pt modelId="{1862145C-FA60-4B57-AADF-2165A6E83295}" type="pres">
      <dgm:prSet presAssocID="{B3CD9004-F3D9-4611-B97F-F0C1FAD8AFF0}" presName="background3" presStyleLbl="node3" presStyleIdx="0" presStyleCnt="4"/>
      <dgm:spPr/>
    </dgm:pt>
    <dgm:pt modelId="{33F823B2-DFEE-4645-8362-4B18A0011B6F}" type="pres">
      <dgm:prSet presAssocID="{B3CD9004-F3D9-4611-B97F-F0C1FAD8AFF0}" presName="text3" presStyleLbl="fgAcc3" presStyleIdx="0" presStyleCnt="4">
        <dgm:presLayoutVars>
          <dgm:chPref val="3"/>
        </dgm:presLayoutVars>
      </dgm:prSet>
      <dgm:spPr/>
    </dgm:pt>
    <dgm:pt modelId="{2085C397-7976-4FF1-9F94-46462908E8F8}" type="pres">
      <dgm:prSet presAssocID="{B3CD9004-F3D9-4611-B97F-F0C1FAD8AFF0}" presName="hierChild4" presStyleCnt="0"/>
      <dgm:spPr/>
    </dgm:pt>
    <dgm:pt modelId="{DF1FB110-4A97-419A-AB1D-2D3C60883496}" type="pres">
      <dgm:prSet presAssocID="{34F36A8F-7196-4B87-974C-214FFBBD0467}" presName="Name17" presStyleLbl="parChTrans1D3" presStyleIdx="1" presStyleCnt="4"/>
      <dgm:spPr/>
    </dgm:pt>
    <dgm:pt modelId="{D55712FB-B3BE-467D-8147-76870D8EB68A}" type="pres">
      <dgm:prSet presAssocID="{07E642B4-0869-4A5A-B398-FD4495768AF7}" presName="hierRoot3" presStyleCnt="0"/>
      <dgm:spPr/>
    </dgm:pt>
    <dgm:pt modelId="{2479E91A-BC4E-404C-B9F3-6F33A5289BA3}" type="pres">
      <dgm:prSet presAssocID="{07E642B4-0869-4A5A-B398-FD4495768AF7}" presName="composite3" presStyleCnt="0"/>
      <dgm:spPr/>
    </dgm:pt>
    <dgm:pt modelId="{4360F204-DC2E-4ECE-8343-571FC4828F95}" type="pres">
      <dgm:prSet presAssocID="{07E642B4-0869-4A5A-B398-FD4495768AF7}" presName="background3" presStyleLbl="node3" presStyleIdx="1" presStyleCnt="4"/>
      <dgm:spPr/>
    </dgm:pt>
    <dgm:pt modelId="{81C3F57D-31A9-4136-B341-1F02BC739523}" type="pres">
      <dgm:prSet presAssocID="{07E642B4-0869-4A5A-B398-FD4495768AF7}" presName="text3" presStyleLbl="fgAcc3" presStyleIdx="1" presStyleCnt="4">
        <dgm:presLayoutVars>
          <dgm:chPref val="3"/>
        </dgm:presLayoutVars>
      </dgm:prSet>
      <dgm:spPr/>
    </dgm:pt>
    <dgm:pt modelId="{21A063A0-FCD3-424B-A448-5BF6E98357F4}" type="pres">
      <dgm:prSet presAssocID="{07E642B4-0869-4A5A-B398-FD4495768AF7}" presName="hierChild4" presStyleCnt="0"/>
      <dgm:spPr/>
    </dgm:pt>
    <dgm:pt modelId="{EBDE05B9-DAB0-4E5D-98BB-E05F4E6F375A}" type="pres">
      <dgm:prSet presAssocID="{08BAC88E-B42F-49B2-85BD-77EE9A877816}" presName="Name10" presStyleLbl="parChTrans1D2" presStyleIdx="1" presStyleCnt="2"/>
      <dgm:spPr/>
    </dgm:pt>
    <dgm:pt modelId="{ADF3CCD8-F04C-49CB-A6FB-275848D06058}" type="pres">
      <dgm:prSet presAssocID="{0725848D-A5B8-4E00-91EC-11F69A8DA3A4}" presName="hierRoot2" presStyleCnt="0"/>
      <dgm:spPr/>
    </dgm:pt>
    <dgm:pt modelId="{C8C05A53-D7A3-4E3A-B43A-3E837334EB16}" type="pres">
      <dgm:prSet presAssocID="{0725848D-A5B8-4E00-91EC-11F69A8DA3A4}" presName="composite2" presStyleCnt="0"/>
      <dgm:spPr/>
    </dgm:pt>
    <dgm:pt modelId="{AF3D50C1-5E14-4C8A-A686-0C036C4EE640}" type="pres">
      <dgm:prSet presAssocID="{0725848D-A5B8-4E00-91EC-11F69A8DA3A4}" presName="background2" presStyleLbl="node2" presStyleIdx="1" presStyleCnt="2"/>
      <dgm:spPr/>
    </dgm:pt>
    <dgm:pt modelId="{40A1E8EE-4601-4415-A10B-BFA217412EBB}" type="pres">
      <dgm:prSet presAssocID="{0725848D-A5B8-4E00-91EC-11F69A8DA3A4}" presName="text2" presStyleLbl="fgAcc2" presStyleIdx="1" presStyleCnt="2">
        <dgm:presLayoutVars>
          <dgm:chPref val="3"/>
        </dgm:presLayoutVars>
      </dgm:prSet>
      <dgm:spPr/>
    </dgm:pt>
    <dgm:pt modelId="{1E77CB91-539A-4129-B1DE-CB115793FACE}" type="pres">
      <dgm:prSet presAssocID="{0725848D-A5B8-4E00-91EC-11F69A8DA3A4}" presName="hierChild3" presStyleCnt="0"/>
      <dgm:spPr/>
    </dgm:pt>
    <dgm:pt modelId="{D5DB41B6-4C7C-4DA8-A60A-74313CBF0060}" type="pres">
      <dgm:prSet presAssocID="{258A4C54-CCDD-4D3C-AB00-42AF9583F5B0}" presName="Name17" presStyleLbl="parChTrans1D3" presStyleIdx="2" presStyleCnt="4"/>
      <dgm:spPr/>
    </dgm:pt>
    <dgm:pt modelId="{B3B7F9D8-CB53-42D9-B5D0-2E0956F5D347}" type="pres">
      <dgm:prSet presAssocID="{C9EDDDFD-E6B4-4899-8745-439D0C44866C}" presName="hierRoot3" presStyleCnt="0"/>
      <dgm:spPr/>
    </dgm:pt>
    <dgm:pt modelId="{0CBC8C1E-A190-4FBC-8D8F-C8F9612F6283}" type="pres">
      <dgm:prSet presAssocID="{C9EDDDFD-E6B4-4899-8745-439D0C44866C}" presName="composite3" presStyleCnt="0"/>
      <dgm:spPr/>
    </dgm:pt>
    <dgm:pt modelId="{0EBD4178-4F22-4233-9077-08BBE9139860}" type="pres">
      <dgm:prSet presAssocID="{C9EDDDFD-E6B4-4899-8745-439D0C44866C}" presName="background3" presStyleLbl="node3" presStyleIdx="2" presStyleCnt="4"/>
      <dgm:spPr/>
    </dgm:pt>
    <dgm:pt modelId="{3750DE34-A7DD-4CFB-A7F3-C858B041D613}" type="pres">
      <dgm:prSet presAssocID="{C9EDDDFD-E6B4-4899-8745-439D0C44866C}" presName="text3" presStyleLbl="fgAcc3" presStyleIdx="2" presStyleCnt="4">
        <dgm:presLayoutVars>
          <dgm:chPref val="3"/>
        </dgm:presLayoutVars>
      </dgm:prSet>
      <dgm:spPr/>
    </dgm:pt>
    <dgm:pt modelId="{007BFC91-7717-4D91-B3AD-FB8B81DEE5DD}" type="pres">
      <dgm:prSet presAssocID="{C9EDDDFD-E6B4-4899-8745-439D0C44866C}" presName="hierChild4" presStyleCnt="0"/>
      <dgm:spPr/>
    </dgm:pt>
    <dgm:pt modelId="{DCA75129-8FB1-4A15-AD19-22835411783D}" type="pres">
      <dgm:prSet presAssocID="{2F964843-05E7-469C-BA00-BD60E1928EA3}" presName="Name17" presStyleLbl="parChTrans1D3" presStyleIdx="3" presStyleCnt="4"/>
      <dgm:spPr/>
    </dgm:pt>
    <dgm:pt modelId="{CF7F0307-5629-4AEB-9F27-CA3EFA2641B2}" type="pres">
      <dgm:prSet presAssocID="{87EA23F6-6C7E-4C8E-90C9-9F0230759622}" presName="hierRoot3" presStyleCnt="0"/>
      <dgm:spPr/>
    </dgm:pt>
    <dgm:pt modelId="{0EA98ECF-897E-4115-BBC0-DB53F1F6F79F}" type="pres">
      <dgm:prSet presAssocID="{87EA23F6-6C7E-4C8E-90C9-9F0230759622}" presName="composite3" presStyleCnt="0"/>
      <dgm:spPr/>
    </dgm:pt>
    <dgm:pt modelId="{4CAF4158-4F2B-4059-964B-807BBADDD0C4}" type="pres">
      <dgm:prSet presAssocID="{87EA23F6-6C7E-4C8E-90C9-9F0230759622}" presName="background3" presStyleLbl="node3" presStyleIdx="3" presStyleCnt="4"/>
      <dgm:spPr/>
    </dgm:pt>
    <dgm:pt modelId="{DBF4BB38-49EC-4CE1-B50C-00E5C7506560}" type="pres">
      <dgm:prSet presAssocID="{87EA23F6-6C7E-4C8E-90C9-9F0230759622}" presName="text3" presStyleLbl="fgAcc3" presStyleIdx="3" presStyleCnt="4">
        <dgm:presLayoutVars>
          <dgm:chPref val="3"/>
        </dgm:presLayoutVars>
      </dgm:prSet>
      <dgm:spPr/>
    </dgm:pt>
    <dgm:pt modelId="{E883110D-81DE-415C-BCD4-8EEA320BAF1E}" type="pres">
      <dgm:prSet presAssocID="{87EA23F6-6C7E-4C8E-90C9-9F0230759622}" presName="hierChild4" presStyleCnt="0"/>
      <dgm:spPr/>
    </dgm:pt>
  </dgm:ptLst>
  <dgm:cxnLst>
    <dgm:cxn modelId="{20BA221A-1AD7-4BAC-BE09-AFF67A5428CD}" type="presOf" srcId="{FFB71DDC-9B1E-4FEB-A1CE-564654E079F6}" destId="{80AF83A8-94D4-4852-9548-B85A07152F4E}" srcOrd="0" destOrd="0" presId="urn:microsoft.com/office/officeart/2005/8/layout/hierarchy1"/>
    <dgm:cxn modelId="{0EE84329-DF9B-4E59-A651-B55E65001977}" type="presOf" srcId="{258A4C54-CCDD-4D3C-AB00-42AF9583F5B0}" destId="{D5DB41B6-4C7C-4DA8-A60A-74313CBF0060}" srcOrd="0" destOrd="0" presId="urn:microsoft.com/office/officeart/2005/8/layout/hierarchy1"/>
    <dgm:cxn modelId="{C6EB8E2F-89D5-4BEB-833B-30B7A702C657}" type="presOf" srcId="{C9EDDDFD-E6B4-4899-8745-439D0C44866C}" destId="{3750DE34-A7DD-4CFB-A7F3-C858B041D613}" srcOrd="0" destOrd="0" presId="urn:microsoft.com/office/officeart/2005/8/layout/hierarchy1"/>
    <dgm:cxn modelId="{4F27D836-F92B-4D0D-9C71-5301ACB70C52}" type="presOf" srcId="{3F0D31E6-23DA-481D-A5E9-3F19DBA6632C}" destId="{F53D0CA7-4A46-4716-A81E-19D5193B3391}" srcOrd="0" destOrd="0" presId="urn:microsoft.com/office/officeart/2005/8/layout/hierarchy1"/>
    <dgm:cxn modelId="{BAB4F940-5CD2-4AF8-84E2-E61A5A66FD81}" type="presOf" srcId="{61BBA4FB-9BC3-4A26-8A88-8F7C0A46C0F6}" destId="{57ED953E-703A-405D-A7BF-B7953308675E}" srcOrd="0" destOrd="0" presId="urn:microsoft.com/office/officeart/2005/8/layout/hierarchy1"/>
    <dgm:cxn modelId="{7BF3804C-473A-4A9F-999A-A788B49A756D}" type="presOf" srcId="{B3CD9004-F3D9-4611-B97F-F0C1FAD8AFF0}" destId="{33F823B2-DFEE-4645-8362-4B18A0011B6F}" srcOrd="0" destOrd="0" presId="urn:microsoft.com/office/officeart/2005/8/layout/hierarchy1"/>
    <dgm:cxn modelId="{246B354E-ACE0-40C7-A299-8DE2C1974D26}" type="presOf" srcId="{815DA6AB-CF51-48D0-8097-654E58CA254A}" destId="{29037ED7-06A8-4A26-B229-764D8769F315}" srcOrd="0" destOrd="0" presId="urn:microsoft.com/office/officeart/2005/8/layout/hierarchy1"/>
    <dgm:cxn modelId="{7E7A5A70-219E-4F4F-A4C8-BCDF4ED01366}" type="presOf" srcId="{2F964843-05E7-469C-BA00-BD60E1928EA3}" destId="{DCA75129-8FB1-4A15-AD19-22835411783D}" srcOrd="0" destOrd="0" presId="urn:microsoft.com/office/officeart/2005/8/layout/hierarchy1"/>
    <dgm:cxn modelId="{E3366B52-FCE6-4396-9CBE-A9F67CCEEB59}" srcId="{0725848D-A5B8-4E00-91EC-11F69A8DA3A4}" destId="{87EA23F6-6C7E-4C8E-90C9-9F0230759622}" srcOrd="1" destOrd="0" parTransId="{2F964843-05E7-469C-BA00-BD60E1928EA3}" sibTransId="{2DC20D9B-9423-4281-9CB3-2F0BB6BE7388}"/>
    <dgm:cxn modelId="{A7869577-1DB0-4A1A-9975-DD38BABD11CA}" type="presOf" srcId="{07E642B4-0869-4A5A-B398-FD4495768AF7}" destId="{81C3F57D-31A9-4136-B341-1F02BC739523}" srcOrd="0" destOrd="0" presId="urn:microsoft.com/office/officeart/2005/8/layout/hierarchy1"/>
    <dgm:cxn modelId="{2FE8FB9A-B0D8-47DA-A31C-8657E5E66215}" srcId="{F1E0856E-4605-46B7-A939-14CDF882C5B1}" destId="{61BBA4FB-9BC3-4A26-8A88-8F7C0A46C0F6}" srcOrd="0" destOrd="0" parTransId="{815DA6AB-CF51-48D0-8097-654E58CA254A}" sibTransId="{47E28558-27BE-448F-A9C6-4E2F0EF863FD}"/>
    <dgm:cxn modelId="{38E2119B-2B7B-461D-A815-C608FD4B8AB4}" type="presOf" srcId="{F1E0856E-4605-46B7-A939-14CDF882C5B1}" destId="{43980601-F39B-4D4A-ACE6-FA4123B9FB9C}" srcOrd="0" destOrd="0" presId="urn:microsoft.com/office/officeart/2005/8/layout/hierarchy1"/>
    <dgm:cxn modelId="{F68C7FA1-5A2E-4681-A82C-DFFDD17EEA53}" srcId="{61BBA4FB-9BC3-4A26-8A88-8F7C0A46C0F6}" destId="{07E642B4-0869-4A5A-B398-FD4495768AF7}" srcOrd="1" destOrd="0" parTransId="{34F36A8F-7196-4B87-974C-214FFBBD0467}" sibTransId="{3AC17651-EC60-4099-B2C3-17C95318643F}"/>
    <dgm:cxn modelId="{97513FA3-1EE8-49AA-9A70-C0EE10ACA055}" type="presOf" srcId="{0725848D-A5B8-4E00-91EC-11F69A8DA3A4}" destId="{40A1E8EE-4601-4415-A10B-BFA217412EBB}" srcOrd="0" destOrd="0" presId="urn:microsoft.com/office/officeart/2005/8/layout/hierarchy1"/>
    <dgm:cxn modelId="{FA1AA2A9-727B-46B9-BF46-24FFEE00CD21}" type="presOf" srcId="{08BAC88E-B42F-49B2-85BD-77EE9A877816}" destId="{EBDE05B9-DAB0-4E5D-98BB-E05F4E6F375A}" srcOrd="0" destOrd="0" presId="urn:microsoft.com/office/officeart/2005/8/layout/hierarchy1"/>
    <dgm:cxn modelId="{839DCCAC-FB13-48DD-A80A-CC263C5897C6}" srcId="{FFB71DDC-9B1E-4FEB-A1CE-564654E079F6}" destId="{F1E0856E-4605-46B7-A939-14CDF882C5B1}" srcOrd="0" destOrd="0" parTransId="{953EA796-7FC5-4F95-9F3D-89B0F77B8662}" sibTransId="{4CA9A205-4E2B-4749-A479-2A257C4F35E8}"/>
    <dgm:cxn modelId="{375C07C6-02FC-4C6E-99AD-F62A5037D0B8}" srcId="{F1E0856E-4605-46B7-A939-14CDF882C5B1}" destId="{0725848D-A5B8-4E00-91EC-11F69A8DA3A4}" srcOrd="1" destOrd="0" parTransId="{08BAC88E-B42F-49B2-85BD-77EE9A877816}" sibTransId="{A5787279-87BA-4364-96CA-192C051B8480}"/>
    <dgm:cxn modelId="{C46AE4C9-5A2F-49F5-8083-78DB6CBD1396}" type="presOf" srcId="{87EA23F6-6C7E-4C8E-90C9-9F0230759622}" destId="{DBF4BB38-49EC-4CE1-B50C-00E5C7506560}" srcOrd="0" destOrd="0" presId="urn:microsoft.com/office/officeart/2005/8/layout/hierarchy1"/>
    <dgm:cxn modelId="{EC6745E7-CD1F-4874-BC84-83BF50707003}" srcId="{0725848D-A5B8-4E00-91EC-11F69A8DA3A4}" destId="{C9EDDDFD-E6B4-4899-8745-439D0C44866C}" srcOrd="0" destOrd="0" parTransId="{258A4C54-CCDD-4D3C-AB00-42AF9583F5B0}" sibTransId="{5DD4AEC4-196A-4614-ADC6-11892B55A9CD}"/>
    <dgm:cxn modelId="{B2E6CCF2-E787-4363-B9BB-3ABA83FC9D2B}" srcId="{61BBA4FB-9BC3-4A26-8A88-8F7C0A46C0F6}" destId="{B3CD9004-F3D9-4611-B97F-F0C1FAD8AFF0}" srcOrd="0" destOrd="0" parTransId="{3F0D31E6-23DA-481D-A5E9-3F19DBA6632C}" sibTransId="{CE45C855-CBF1-4687-BB2E-9BBC35674997}"/>
    <dgm:cxn modelId="{141481F5-C73E-4EBB-83E2-87C99DAB1499}" type="presOf" srcId="{34F36A8F-7196-4B87-974C-214FFBBD0467}" destId="{DF1FB110-4A97-419A-AB1D-2D3C60883496}" srcOrd="0" destOrd="0" presId="urn:microsoft.com/office/officeart/2005/8/layout/hierarchy1"/>
    <dgm:cxn modelId="{050BA6A0-00D8-4C55-9480-DCBCB98F8CE5}" type="presParOf" srcId="{80AF83A8-94D4-4852-9548-B85A07152F4E}" destId="{F9DFFFC0-4026-4C2E-9BD7-71135A11B0C9}" srcOrd="0" destOrd="0" presId="urn:microsoft.com/office/officeart/2005/8/layout/hierarchy1"/>
    <dgm:cxn modelId="{4C7BFD92-5E66-47EB-81E4-71A09CA06D24}" type="presParOf" srcId="{F9DFFFC0-4026-4C2E-9BD7-71135A11B0C9}" destId="{9B0D5CE0-EF9F-4386-BD0C-DAC8AE1EE4AA}" srcOrd="0" destOrd="0" presId="urn:microsoft.com/office/officeart/2005/8/layout/hierarchy1"/>
    <dgm:cxn modelId="{783BE413-4E57-4CC4-8029-7DC52838716B}" type="presParOf" srcId="{9B0D5CE0-EF9F-4386-BD0C-DAC8AE1EE4AA}" destId="{B1CC67F4-DAE3-46C0-BFBD-E08A1980C1FB}" srcOrd="0" destOrd="0" presId="urn:microsoft.com/office/officeart/2005/8/layout/hierarchy1"/>
    <dgm:cxn modelId="{EF885DDE-1CAB-4F30-B045-EB8524E50FDF}" type="presParOf" srcId="{9B0D5CE0-EF9F-4386-BD0C-DAC8AE1EE4AA}" destId="{43980601-F39B-4D4A-ACE6-FA4123B9FB9C}" srcOrd="1" destOrd="0" presId="urn:microsoft.com/office/officeart/2005/8/layout/hierarchy1"/>
    <dgm:cxn modelId="{1DB563DE-C6E4-424C-A162-D36D1A8EF236}" type="presParOf" srcId="{F9DFFFC0-4026-4C2E-9BD7-71135A11B0C9}" destId="{8BAD928B-60F2-461F-BD77-B7836A0398DA}" srcOrd="1" destOrd="0" presId="urn:microsoft.com/office/officeart/2005/8/layout/hierarchy1"/>
    <dgm:cxn modelId="{D63EB601-ABC3-42AE-BEDA-3F845B68DACB}" type="presParOf" srcId="{8BAD928B-60F2-461F-BD77-B7836A0398DA}" destId="{29037ED7-06A8-4A26-B229-764D8769F315}" srcOrd="0" destOrd="0" presId="urn:microsoft.com/office/officeart/2005/8/layout/hierarchy1"/>
    <dgm:cxn modelId="{C5D0E30C-06EB-4050-942F-EF1ACDB0D7AB}" type="presParOf" srcId="{8BAD928B-60F2-461F-BD77-B7836A0398DA}" destId="{0A2D09D2-2560-4A21-9FEB-5C135E1B4EBF}" srcOrd="1" destOrd="0" presId="urn:microsoft.com/office/officeart/2005/8/layout/hierarchy1"/>
    <dgm:cxn modelId="{40438932-2CCB-49AE-9336-38D1CDF4CFB8}" type="presParOf" srcId="{0A2D09D2-2560-4A21-9FEB-5C135E1B4EBF}" destId="{01236DEA-D7F6-472C-8115-9FF2DF1D62D9}" srcOrd="0" destOrd="0" presId="urn:microsoft.com/office/officeart/2005/8/layout/hierarchy1"/>
    <dgm:cxn modelId="{5F20D727-D661-412C-8397-4EDC9494D6D2}" type="presParOf" srcId="{01236DEA-D7F6-472C-8115-9FF2DF1D62D9}" destId="{2DA89AC7-2373-4089-93B1-7319DBC1D398}" srcOrd="0" destOrd="0" presId="urn:microsoft.com/office/officeart/2005/8/layout/hierarchy1"/>
    <dgm:cxn modelId="{4FE27583-D7EC-488C-8329-179CD22BB6C8}" type="presParOf" srcId="{01236DEA-D7F6-472C-8115-9FF2DF1D62D9}" destId="{57ED953E-703A-405D-A7BF-B7953308675E}" srcOrd="1" destOrd="0" presId="urn:microsoft.com/office/officeart/2005/8/layout/hierarchy1"/>
    <dgm:cxn modelId="{6E9C4E82-1EF6-4445-9EDB-F608D913F9AF}" type="presParOf" srcId="{0A2D09D2-2560-4A21-9FEB-5C135E1B4EBF}" destId="{53B339EC-01F0-4387-93C8-EFD0481CFED9}" srcOrd="1" destOrd="0" presId="urn:microsoft.com/office/officeart/2005/8/layout/hierarchy1"/>
    <dgm:cxn modelId="{62F1614E-F3FB-4DE4-A11F-32EB28C66984}" type="presParOf" srcId="{53B339EC-01F0-4387-93C8-EFD0481CFED9}" destId="{F53D0CA7-4A46-4716-A81E-19D5193B3391}" srcOrd="0" destOrd="0" presId="urn:microsoft.com/office/officeart/2005/8/layout/hierarchy1"/>
    <dgm:cxn modelId="{422C926B-1AD3-413A-92D2-B5FC05935306}" type="presParOf" srcId="{53B339EC-01F0-4387-93C8-EFD0481CFED9}" destId="{82BE1CA1-F3F2-41B4-8580-2AE77F180C13}" srcOrd="1" destOrd="0" presId="urn:microsoft.com/office/officeart/2005/8/layout/hierarchy1"/>
    <dgm:cxn modelId="{471C3D50-B070-49CC-8A19-316B8F769547}" type="presParOf" srcId="{82BE1CA1-F3F2-41B4-8580-2AE77F180C13}" destId="{3575F005-55E4-4712-A1CF-A772BC892483}" srcOrd="0" destOrd="0" presId="urn:microsoft.com/office/officeart/2005/8/layout/hierarchy1"/>
    <dgm:cxn modelId="{916B3A96-4CB0-4138-B41D-54233F847613}" type="presParOf" srcId="{3575F005-55E4-4712-A1CF-A772BC892483}" destId="{1862145C-FA60-4B57-AADF-2165A6E83295}" srcOrd="0" destOrd="0" presId="urn:microsoft.com/office/officeart/2005/8/layout/hierarchy1"/>
    <dgm:cxn modelId="{B1008642-1B36-427B-B9C3-3F7AA12D3426}" type="presParOf" srcId="{3575F005-55E4-4712-A1CF-A772BC892483}" destId="{33F823B2-DFEE-4645-8362-4B18A0011B6F}" srcOrd="1" destOrd="0" presId="urn:microsoft.com/office/officeart/2005/8/layout/hierarchy1"/>
    <dgm:cxn modelId="{E9A12ABB-BC0C-4300-BC6C-B9F05C1C3113}" type="presParOf" srcId="{82BE1CA1-F3F2-41B4-8580-2AE77F180C13}" destId="{2085C397-7976-4FF1-9F94-46462908E8F8}" srcOrd="1" destOrd="0" presId="urn:microsoft.com/office/officeart/2005/8/layout/hierarchy1"/>
    <dgm:cxn modelId="{47319562-EE4B-41AF-BB89-162617A3ED5D}" type="presParOf" srcId="{53B339EC-01F0-4387-93C8-EFD0481CFED9}" destId="{DF1FB110-4A97-419A-AB1D-2D3C60883496}" srcOrd="2" destOrd="0" presId="urn:microsoft.com/office/officeart/2005/8/layout/hierarchy1"/>
    <dgm:cxn modelId="{83AF5AE8-8F55-4C58-B1B4-6E275ADAC411}" type="presParOf" srcId="{53B339EC-01F0-4387-93C8-EFD0481CFED9}" destId="{D55712FB-B3BE-467D-8147-76870D8EB68A}" srcOrd="3" destOrd="0" presId="urn:microsoft.com/office/officeart/2005/8/layout/hierarchy1"/>
    <dgm:cxn modelId="{9F6BB447-2EC8-4DAD-9F34-4C59C290F1FE}" type="presParOf" srcId="{D55712FB-B3BE-467D-8147-76870D8EB68A}" destId="{2479E91A-BC4E-404C-B9F3-6F33A5289BA3}" srcOrd="0" destOrd="0" presId="urn:microsoft.com/office/officeart/2005/8/layout/hierarchy1"/>
    <dgm:cxn modelId="{73E4D958-56E8-4235-B31A-0F1637568C87}" type="presParOf" srcId="{2479E91A-BC4E-404C-B9F3-6F33A5289BA3}" destId="{4360F204-DC2E-4ECE-8343-571FC4828F95}" srcOrd="0" destOrd="0" presId="urn:microsoft.com/office/officeart/2005/8/layout/hierarchy1"/>
    <dgm:cxn modelId="{FDB2E00E-4C11-48DA-86D9-A24956C2097E}" type="presParOf" srcId="{2479E91A-BC4E-404C-B9F3-6F33A5289BA3}" destId="{81C3F57D-31A9-4136-B341-1F02BC739523}" srcOrd="1" destOrd="0" presId="urn:microsoft.com/office/officeart/2005/8/layout/hierarchy1"/>
    <dgm:cxn modelId="{3B880AF4-40FA-4009-A0D8-C3320D938760}" type="presParOf" srcId="{D55712FB-B3BE-467D-8147-76870D8EB68A}" destId="{21A063A0-FCD3-424B-A448-5BF6E98357F4}" srcOrd="1" destOrd="0" presId="urn:microsoft.com/office/officeart/2005/8/layout/hierarchy1"/>
    <dgm:cxn modelId="{DA4A25BA-3D2A-449F-B757-005A636030E6}" type="presParOf" srcId="{8BAD928B-60F2-461F-BD77-B7836A0398DA}" destId="{EBDE05B9-DAB0-4E5D-98BB-E05F4E6F375A}" srcOrd="2" destOrd="0" presId="urn:microsoft.com/office/officeart/2005/8/layout/hierarchy1"/>
    <dgm:cxn modelId="{2A132FAA-BC10-4CBC-B9D2-7B252D53B146}" type="presParOf" srcId="{8BAD928B-60F2-461F-BD77-B7836A0398DA}" destId="{ADF3CCD8-F04C-49CB-A6FB-275848D06058}" srcOrd="3" destOrd="0" presId="urn:microsoft.com/office/officeart/2005/8/layout/hierarchy1"/>
    <dgm:cxn modelId="{2C75EF2E-1492-46A5-A6B0-F81A34F793A5}" type="presParOf" srcId="{ADF3CCD8-F04C-49CB-A6FB-275848D06058}" destId="{C8C05A53-D7A3-4E3A-B43A-3E837334EB16}" srcOrd="0" destOrd="0" presId="urn:microsoft.com/office/officeart/2005/8/layout/hierarchy1"/>
    <dgm:cxn modelId="{6F61F294-4375-4256-96E6-B24C15587B3C}" type="presParOf" srcId="{C8C05A53-D7A3-4E3A-B43A-3E837334EB16}" destId="{AF3D50C1-5E14-4C8A-A686-0C036C4EE640}" srcOrd="0" destOrd="0" presId="urn:microsoft.com/office/officeart/2005/8/layout/hierarchy1"/>
    <dgm:cxn modelId="{F5A84DB9-3474-4194-B58E-88B490FC68FA}" type="presParOf" srcId="{C8C05A53-D7A3-4E3A-B43A-3E837334EB16}" destId="{40A1E8EE-4601-4415-A10B-BFA217412EBB}" srcOrd="1" destOrd="0" presId="urn:microsoft.com/office/officeart/2005/8/layout/hierarchy1"/>
    <dgm:cxn modelId="{D038A2AC-2AB0-4982-B625-7C491B0BAEAA}" type="presParOf" srcId="{ADF3CCD8-F04C-49CB-A6FB-275848D06058}" destId="{1E77CB91-539A-4129-B1DE-CB115793FACE}" srcOrd="1" destOrd="0" presId="urn:microsoft.com/office/officeart/2005/8/layout/hierarchy1"/>
    <dgm:cxn modelId="{B6952E27-728D-4168-9FC3-302AD8C52A75}" type="presParOf" srcId="{1E77CB91-539A-4129-B1DE-CB115793FACE}" destId="{D5DB41B6-4C7C-4DA8-A60A-74313CBF0060}" srcOrd="0" destOrd="0" presId="urn:microsoft.com/office/officeart/2005/8/layout/hierarchy1"/>
    <dgm:cxn modelId="{4B61A0D7-D267-40E2-8815-1DD48773460D}" type="presParOf" srcId="{1E77CB91-539A-4129-B1DE-CB115793FACE}" destId="{B3B7F9D8-CB53-42D9-B5D0-2E0956F5D347}" srcOrd="1" destOrd="0" presId="urn:microsoft.com/office/officeart/2005/8/layout/hierarchy1"/>
    <dgm:cxn modelId="{BAD3432C-DFFB-4655-907B-091198F2534F}" type="presParOf" srcId="{B3B7F9D8-CB53-42D9-B5D0-2E0956F5D347}" destId="{0CBC8C1E-A190-4FBC-8D8F-C8F9612F6283}" srcOrd="0" destOrd="0" presId="urn:microsoft.com/office/officeart/2005/8/layout/hierarchy1"/>
    <dgm:cxn modelId="{FD51BA5D-D2BC-4446-8EEF-50DA273EA877}" type="presParOf" srcId="{0CBC8C1E-A190-4FBC-8D8F-C8F9612F6283}" destId="{0EBD4178-4F22-4233-9077-08BBE9139860}" srcOrd="0" destOrd="0" presId="urn:microsoft.com/office/officeart/2005/8/layout/hierarchy1"/>
    <dgm:cxn modelId="{E1159A69-7E95-409C-AA98-B40E52623245}" type="presParOf" srcId="{0CBC8C1E-A190-4FBC-8D8F-C8F9612F6283}" destId="{3750DE34-A7DD-4CFB-A7F3-C858B041D613}" srcOrd="1" destOrd="0" presId="urn:microsoft.com/office/officeart/2005/8/layout/hierarchy1"/>
    <dgm:cxn modelId="{9A17502B-6617-4327-940B-1C9079A6CF58}" type="presParOf" srcId="{B3B7F9D8-CB53-42D9-B5D0-2E0956F5D347}" destId="{007BFC91-7717-4D91-B3AD-FB8B81DEE5DD}" srcOrd="1" destOrd="0" presId="urn:microsoft.com/office/officeart/2005/8/layout/hierarchy1"/>
    <dgm:cxn modelId="{24096F92-0AB8-49E6-A3C6-83520CB9ABBD}" type="presParOf" srcId="{1E77CB91-539A-4129-B1DE-CB115793FACE}" destId="{DCA75129-8FB1-4A15-AD19-22835411783D}" srcOrd="2" destOrd="0" presId="urn:microsoft.com/office/officeart/2005/8/layout/hierarchy1"/>
    <dgm:cxn modelId="{B9125A14-1781-4DC2-8D39-2466F1BE53EE}" type="presParOf" srcId="{1E77CB91-539A-4129-B1DE-CB115793FACE}" destId="{CF7F0307-5629-4AEB-9F27-CA3EFA2641B2}" srcOrd="3" destOrd="0" presId="urn:microsoft.com/office/officeart/2005/8/layout/hierarchy1"/>
    <dgm:cxn modelId="{FD7BF5F0-3590-4ED1-B69F-882FCAC6A73D}" type="presParOf" srcId="{CF7F0307-5629-4AEB-9F27-CA3EFA2641B2}" destId="{0EA98ECF-897E-4115-BBC0-DB53F1F6F79F}" srcOrd="0" destOrd="0" presId="urn:microsoft.com/office/officeart/2005/8/layout/hierarchy1"/>
    <dgm:cxn modelId="{645D4A60-A7AA-4F00-8032-16A57A0A7F90}" type="presParOf" srcId="{0EA98ECF-897E-4115-BBC0-DB53F1F6F79F}" destId="{4CAF4158-4F2B-4059-964B-807BBADDD0C4}" srcOrd="0" destOrd="0" presId="urn:microsoft.com/office/officeart/2005/8/layout/hierarchy1"/>
    <dgm:cxn modelId="{80B47BFC-16E5-4CC2-AF68-F6659A3F09B8}" type="presParOf" srcId="{0EA98ECF-897E-4115-BBC0-DB53F1F6F79F}" destId="{DBF4BB38-49EC-4CE1-B50C-00E5C7506560}" srcOrd="1" destOrd="0" presId="urn:microsoft.com/office/officeart/2005/8/layout/hierarchy1"/>
    <dgm:cxn modelId="{BD18DDEF-37E8-43DB-9D5C-48BB950F4AA0}" type="presParOf" srcId="{CF7F0307-5629-4AEB-9F27-CA3EFA2641B2}" destId="{E883110D-81DE-415C-BCD4-8EEA320BAF1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6F4C9B-6BF0-46D5-AD42-F5AF86CF3E1A}">
      <dsp:nvSpPr>
        <dsp:cNvPr id="0" name=""/>
        <dsp:cNvSpPr/>
      </dsp:nvSpPr>
      <dsp:spPr>
        <a:xfrm>
          <a:off x="1395180" y="799"/>
          <a:ext cx="541801" cy="3521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700" kern="1200"/>
        </a:p>
      </dsp:txBody>
      <dsp:txXfrm>
        <a:off x="1412372" y="17991"/>
        <a:ext cx="507417" cy="317787"/>
      </dsp:txXfrm>
    </dsp:sp>
    <dsp:sp modelId="{073BD207-AB49-4C85-A979-F9C8E28610F4}">
      <dsp:nvSpPr>
        <dsp:cNvPr id="0" name=""/>
        <dsp:cNvSpPr/>
      </dsp:nvSpPr>
      <dsp:spPr>
        <a:xfrm>
          <a:off x="837097" y="176885"/>
          <a:ext cx="1657968" cy="1657968"/>
        </a:xfrm>
        <a:custGeom>
          <a:avLst/>
          <a:gdLst/>
          <a:ahLst/>
          <a:cxnLst/>
          <a:rect l="0" t="0" r="0" b="0"/>
          <a:pathLst>
            <a:path>
              <a:moveTo>
                <a:pt x="1103339" y="46715"/>
              </a:moveTo>
              <a:arcTo wR="828984" hR="828984" stAng="17359602" swAng="149934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B5440D-96DE-4665-8B95-795E4AB9E17E}">
      <dsp:nvSpPr>
        <dsp:cNvPr id="0" name=""/>
        <dsp:cNvSpPr/>
      </dsp:nvSpPr>
      <dsp:spPr>
        <a:xfrm>
          <a:off x="2113101" y="415291"/>
          <a:ext cx="541801" cy="3521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700" kern="1200"/>
        </a:p>
      </dsp:txBody>
      <dsp:txXfrm>
        <a:off x="2130293" y="432483"/>
        <a:ext cx="507417" cy="317787"/>
      </dsp:txXfrm>
    </dsp:sp>
    <dsp:sp modelId="{20D4C711-90ED-497D-A4C8-1FCD768B41E2}">
      <dsp:nvSpPr>
        <dsp:cNvPr id="0" name=""/>
        <dsp:cNvSpPr/>
      </dsp:nvSpPr>
      <dsp:spPr>
        <a:xfrm>
          <a:off x="837097" y="176885"/>
          <a:ext cx="1657968" cy="1657968"/>
        </a:xfrm>
        <a:custGeom>
          <a:avLst/>
          <a:gdLst/>
          <a:ahLst/>
          <a:cxnLst/>
          <a:rect l="0" t="0" r="0" b="0"/>
          <a:pathLst>
            <a:path>
              <a:moveTo>
                <a:pt x="1624305" y="595148"/>
              </a:moveTo>
              <a:arcTo wR="828984" hR="828984" stAng="20616954" swAng="196609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DBE13D-2114-4363-9995-1A57F8EFD539}">
      <dsp:nvSpPr>
        <dsp:cNvPr id="0" name=""/>
        <dsp:cNvSpPr/>
      </dsp:nvSpPr>
      <dsp:spPr>
        <a:xfrm>
          <a:off x="2113101" y="1244275"/>
          <a:ext cx="541801" cy="3521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700" kern="1200"/>
        </a:p>
      </dsp:txBody>
      <dsp:txXfrm>
        <a:off x="2130293" y="1261467"/>
        <a:ext cx="507417" cy="317787"/>
      </dsp:txXfrm>
    </dsp:sp>
    <dsp:sp modelId="{58C58FAD-B107-4905-B3C0-4100F6A9AAE9}">
      <dsp:nvSpPr>
        <dsp:cNvPr id="0" name=""/>
        <dsp:cNvSpPr/>
      </dsp:nvSpPr>
      <dsp:spPr>
        <a:xfrm>
          <a:off x="837097" y="176885"/>
          <a:ext cx="1657968" cy="1657968"/>
        </a:xfrm>
        <a:custGeom>
          <a:avLst/>
          <a:gdLst/>
          <a:ahLst/>
          <a:cxnLst/>
          <a:rect l="0" t="0" r="0" b="0"/>
          <a:pathLst>
            <a:path>
              <a:moveTo>
                <a:pt x="1408121" y="1422123"/>
              </a:moveTo>
              <a:arcTo wR="828984" hR="828984" stAng="2741058" swAng="149934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58D88F-6D65-4727-A1AB-22E91B4F2F0B}">
      <dsp:nvSpPr>
        <dsp:cNvPr id="0" name=""/>
        <dsp:cNvSpPr/>
      </dsp:nvSpPr>
      <dsp:spPr>
        <a:xfrm>
          <a:off x="1395180" y="1658768"/>
          <a:ext cx="541801" cy="3521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700" kern="1200"/>
        </a:p>
      </dsp:txBody>
      <dsp:txXfrm>
        <a:off x="1412372" y="1675960"/>
        <a:ext cx="507417" cy="317787"/>
      </dsp:txXfrm>
    </dsp:sp>
    <dsp:sp modelId="{F0E20DA2-53E3-4B2D-A86D-742C798933C7}">
      <dsp:nvSpPr>
        <dsp:cNvPr id="0" name=""/>
        <dsp:cNvSpPr/>
      </dsp:nvSpPr>
      <dsp:spPr>
        <a:xfrm>
          <a:off x="837097" y="176885"/>
          <a:ext cx="1657968" cy="1657968"/>
        </a:xfrm>
        <a:custGeom>
          <a:avLst/>
          <a:gdLst/>
          <a:ahLst/>
          <a:cxnLst/>
          <a:rect l="0" t="0" r="0" b="0"/>
          <a:pathLst>
            <a:path>
              <a:moveTo>
                <a:pt x="554628" y="1611252"/>
              </a:moveTo>
              <a:arcTo wR="828984" hR="828984" stAng="6559602" swAng="149934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7464D9-E839-4600-A246-8EC19803155E}">
      <dsp:nvSpPr>
        <dsp:cNvPr id="0" name=""/>
        <dsp:cNvSpPr/>
      </dsp:nvSpPr>
      <dsp:spPr>
        <a:xfrm>
          <a:off x="677259" y="1244275"/>
          <a:ext cx="541801" cy="3521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694451" y="1261467"/>
        <a:ext cx="507417" cy="317787"/>
      </dsp:txXfrm>
    </dsp:sp>
    <dsp:sp modelId="{92A41101-1AB9-40A8-917B-E46E320AA829}">
      <dsp:nvSpPr>
        <dsp:cNvPr id="0" name=""/>
        <dsp:cNvSpPr/>
      </dsp:nvSpPr>
      <dsp:spPr>
        <a:xfrm>
          <a:off x="837097" y="176885"/>
          <a:ext cx="1657968" cy="1657968"/>
        </a:xfrm>
        <a:custGeom>
          <a:avLst/>
          <a:gdLst/>
          <a:ahLst/>
          <a:cxnLst/>
          <a:rect l="0" t="0" r="0" b="0"/>
          <a:pathLst>
            <a:path>
              <a:moveTo>
                <a:pt x="33663" y="1062820"/>
              </a:moveTo>
              <a:arcTo wR="828984" hR="828984" stAng="9816954" swAng="196609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E6CBFB-5917-418F-92D0-FB28F5F940E2}">
      <dsp:nvSpPr>
        <dsp:cNvPr id="0" name=""/>
        <dsp:cNvSpPr/>
      </dsp:nvSpPr>
      <dsp:spPr>
        <a:xfrm>
          <a:off x="677259" y="415291"/>
          <a:ext cx="541801" cy="3521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694451" y="432483"/>
        <a:ext cx="507417" cy="317787"/>
      </dsp:txXfrm>
    </dsp:sp>
    <dsp:sp modelId="{9724664B-B119-4A4E-83AD-E4FFF00B9117}">
      <dsp:nvSpPr>
        <dsp:cNvPr id="0" name=""/>
        <dsp:cNvSpPr/>
      </dsp:nvSpPr>
      <dsp:spPr>
        <a:xfrm>
          <a:off x="837097" y="176885"/>
          <a:ext cx="1657968" cy="1657968"/>
        </a:xfrm>
        <a:custGeom>
          <a:avLst/>
          <a:gdLst/>
          <a:ahLst/>
          <a:cxnLst/>
          <a:rect l="0" t="0" r="0" b="0"/>
          <a:pathLst>
            <a:path>
              <a:moveTo>
                <a:pt x="249846" y="235844"/>
              </a:moveTo>
              <a:arcTo wR="828984" hR="828984" stAng="13541058" swAng="149934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A75129-8FB1-4A15-AD19-22835411783D}">
      <dsp:nvSpPr>
        <dsp:cNvPr id="0" name=""/>
        <dsp:cNvSpPr/>
      </dsp:nvSpPr>
      <dsp:spPr>
        <a:xfrm>
          <a:off x="2025418" y="1487257"/>
          <a:ext cx="347981" cy="1656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856"/>
              </a:lnTo>
              <a:lnTo>
                <a:pt x="347981" y="112856"/>
              </a:lnTo>
              <a:lnTo>
                <a:pt x="347981" y="1656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DB41B6-4C7C-4DA8-A60A-74313CBF0060}">
      <dsp:nvSpPr>
        <dsp:cNvPr id="0" name=""/>
        <dsp:cNvSpPr/>
      </dsp:nvSpPr>
      <dsp:spPr>
        <a:xfrm>
          <a:off x="1677437" y="1487257"/>
          <a:ext cx="347981" cy="165607"/>
        </a:xfrm>
        <a:custGeom>
          <a:avLst/>
          <a:gdLst/>
          <a:ahLst/>
          <a:cxnLst/>
          <a:rect l="0" t="0" r="0" b="0"/>
          <a:pathLst>
            <a:path>
              <a:moveTo>
                <a:pt x="347981" y="0"/>
              </a:moveTo>
              <a:lnTo>
                <a:pt x="347981" y="112856"/>
              </a:lnTo>
              <a:lnTo>
                <a:pt x="0" y="112856"/>
              </a:lnTo>
              <a:lnTo>
                <a:pt x="0" y="1656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DE05B9-DAB0-4E5D-98BB-E05F4E6F375A}">
      <dsp:nvSpPr>
        <dsp:cNvPr id="0" name=""/>
        <dsp:cNvSpPr/>
      </dsp:nvSpPr>
      <dsp:spPr>
        <a:xfrm>
          <a:off x="1329455" y="960064"/>
          <a:ext cx="695963" cy="1656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856"/>
              </a:lnTo>
              <a:lnTo>
                <a:pt x="695963" y="112856"/>
              </a:lnTo>
              <a:lnTo>
                <a:pt x="695963" y="1656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1FB110-4A97-419A-AB1D-2D3C60883496}">
      <dsp:nvSpPr>
        <dsp:cNvPr id="0" name=""/>
        <dsp:cNvSpPr/>
      </dsp:nvSpPr>
      <dsp:spPr>
        <a:xfrm>
          <a:off x="633491" y="1487257"/>
          <a:ext cx="347981" cy="1656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856"/>
              </a:lnTo>
              <a:lnTo>
                <a:pt x="347981" y="112856"/>
              </a:lnTo>
              <a:lnTo>
                <a:pt x="347981" y="1656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3D0CA7-4A46-4716-A81E-19D5193B3391}">
      <dsp:nvSpPr>
        <dsp:cNvPr id="0" name=""/>
        <dsp:cNvSpPr/>
      </dsp:nvSpPr>
      <dsp:spPr>
        <a:xfrm>
          <a:off x="285509" y="1487257"/>
          <a:ext cx="347981" cy="165607"/>
        </a:xfrm>
        <a:custGeom>
          <a:avLst/>
          <a:gdLst/>
          <a:ahLst/>
          <a:cxnLst/>
          <a:rect l="0" t="0" r="0" b="0"/>
          <a:pathLst>
            <a:path>
              <a:moveTo>
                <a:pt x="347981" y="0"/>
              </a:moveTo>
              <a:lnTo>
                <a:pt x="347981" y="112856"/>
              </a:lnTo>
              <a:lnTo>
                <a:pt x="0" y="112856"/>
              </a:lnTo>
              <a:lnTo>
                <a:pt x="0" y="1656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037ED7-06A8-4A26-B229-764D8769F315}">
      <dsp:nvSpPr>
        <dsp:cNvPr id="0" name=""/>
        <dsp:cNvSpPr/>
      </dsp:nvSpPr>
      <dsp:spPr>
        <a:xfrm>
          <a:off x="633491" y="960064"/>
          <a:ext cx="695963" cy="165607"/>
        </a:xfrm>
        <a:custGeom>
          <a:avLst/>
          <a:gdLst/>
          <a:ahLst/>
          <a:cxnLst/>
          <a:rect l="0" t="0" r="0" b="0"/>
          <a:pathLst>
            <a:path>
              <a:moveTo>
                <a:pt x="695963" y="0"/>
              </a:moveTo>
              <a:lnTo>
                <a:pt x="695963" y="112856"/>
              </a:lnTo>
              <a:lnTo>
                <a:pt x="0" y="112856"/>
              </a:lnTo>
              <a:lnTo>
                <a:pt x="0" y="1656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CC67F4-DAE3-46C0-BFBD-E08A1980C1FB}">
      <dsp:nvSpPr>
        <dsp:cNvPr id="0" name=""/>
        <dsp:cNvSpPr/>
      </dsp:nvSpPr>
      <dsp:spPr>
        <a:xfrm>
          <a:off x="1044742" y="598480"/>
          <a:ext cx="569424" cy="361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80601-F39B-4D4A-ACE6-FA4123B9FB9C}">
      <dsp:nvSpPr>
        <dsp:cNvPr id="0" name=""/>
        <dsp:cNvSpPr/>
      </dsp:nvSpPr>
      <dsp:spPr>
        <a:xfrm>
          <a:off x="1108012" y="658586"/>
          <a:ext cx="569424" cy="361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800" kern="1200"/>
        </a:p>
      </dsp:txBody>
      <dsp:txXfrm>
        <a:off x="1118602" y="669176"/>
        <a:ext cx="548244" cy="340404"/>
      </dsp:txXfrm>
    </dsp:sp>
    <dsp:sp modelId="{2DA89AC7-2373-4089-93B1-7319DBC1D398}">
      <dsp:nvSpPr>
        <dsp:cNvPr id="0" name=""/>
        <dsp:cNvSpPr/>
      </dsp:nvSpPr>
      <dsp:spPr>
        <a:xfrm>
          <a:off x="348779" y="1125672"/>
          <a:ext cx="569424" cy="361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ED953E-703A-405D-A7BF-B7953308675E}">
      <dsp:nvSpPr>
        <dsp:cNvPr id="0" name=""/>
        <dsp:cNvSpPr/>
      </dsp:nvSpPr>
      <dsp:spPr>
        <a:xfrm>
          <a:off x="412048" y="1185778"/>
          <a:ext cx="569424" cy="361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800" kern="1200"/>
        </a:p>
      </dsp:txBody>
      <dsp:txXfrm>
        <a:off x="422638" y="1196368"/>
        <a:ext cx="548244" cy="340404"/>
      </dsp:txXfrm>
    </dsp:sp>
    <dsp:sp modelId="{1862145C-FA60-4B57-AADF-2165A6E83295}">
      <dsp:nvSpPr>
        <dsp:cNvPr id="0" name=""/>
        <dsp:cNvSpPr/>
      </dsp:nvSpPr>
      <dsp:spPr>
        <a:xfrm>
          <a:off x="797" y="1652865"/>
          <a:ext cx="569424" cy="361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823B2-DFEE-4645-8362-4B18A0011B6F}">
      <dsp:nvSpPr>
        <dsp:cNvPr id="0" name=""/>
        <dsp:cNvSpPr/>
      </dsp:nvSpPr>
      <dsp:spPr>
        <a:xfrm>
          <a:off x="64066" y="1712971"/>
          <a:ext cx="569424" cy="361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800" kern="1200"/>
        </a:p>
      </dsp:txBody>
      <dsp:txXfrm>
        <a:off x="74656" y="1723561"/>
        <a:ext cx="548244" cy="340404"/>
      </dsp:txXfrm>
    </dsp:sp>
    <dsp:sp modelId="{4360F204-DC2E-4ECE-8343-571FC4828F95}">
      <dsp:nvSpPr>
        <dsp:cNvPr id="0" name=""/>
        <dsp:cNvSpPr/>
      </dsp:nvSpPr>
      <dsp:spPr>
        <a:xfrm>
          <a:off x="696761" y="1652865"/>
          <a:ext cx="569424" cy="361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3F57D-31A9-4136-B341-1F02BC739523}">
      <dsp:nvSpPr>
        <dsp:cNvPr id="0" name=""/>
        <dsp:cNvSpPr/>
      </dsp:nvSpPr>
      <dsp:spPr>
        <a:xfrm>
          <a:off x="760030" y="1712971"/>
          <a:ext cx="569424" cy="361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800" kern="1200"/>
        </a:p>
      </dsp:txBody>
      <dsp:txXfrm>
        <a:off x="770620" y="1723561"/>
        <a:ext cx="548244" cy="340404"/>
      </dsp:txXfrm>
    </dsp:sp>
    <dsp:sp modelId="{AF3D50C1-5E14-4C8A-A686-0C036C4EE640}">
      <dsp:nvSpPr>
        <dsp:cNvPr id="0" name=""/>
        <dsp:cNvSpPr/>
      </dsp:nvSpPr>
      <dsp:spPr>
        <a:xfrm>
          <a:off x="1740706" y="1125672"/>
          <a:ext cx="569424" cy="361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1E8EE-4601-4415-A10B-BFA217412EBB}">
      <dsp:nvSpPr>
        <dsp:cNvPr id="0" name=""/>
        <dsp:cNvSpPr/>
      </dsp:nvSpPr>
      <dsp:spPr>
        <a:xfrm>
          <a:off x="1803975" y="1185778"/>
          <a:ext cx="569424" cy="361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800" kern="1200"/>
        </a:p>
      </dsp:txBody>
      <dsp:txXfrm>
        <a:off x="1814565" y="1196368"/>
        <a:ext cx="548244" cy="340404"/>
      </dsp:txXfrm>
    </dsp:sp>
    <dsp:sp modelId="{0EBD4178-4F22-4233-9077-08BBE9139860}">
      <dsp:nvSpPr>
        <dsp:cNvPr id="0" name=""/>
        <dsp:cNvSpPr/>
      </dsp:nvSpPr>
      <dsp:spPr>
        <a:xfrm>
          <a:off x="1392724" y="1652865"/>
          <a:ext cx="569424" cy="361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0DE34-A7DD-4CFB-A7F3-C858B041D613}">
      <dsp:nvSpPr>
        <dsp:cNvPr id="0" name=""/>
        <dsp:cNvSpPr/>
      </dsp:nvSpPr>
      <dsp:spPr>
        <a:xfrm>
          <a:off x="1455994" y="1712971"/>
          <a:ext cx="569424" cy="361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600" kern="1200"/>
        </a:p>
      </dsp:txBody>
      <dsp:txXfrm>
        <a:off x="1466584" y="1723561"/>
        <a:ext cx="548244" cy="340404"/>
      </dsp:txXfrm>
    </dsp:sp>
    <dsp:sp modelId="{4CAF4158-4F2B-4059-964B-807BBADDD0C4}">
      <dsp:nvSpPr>
        <dsp:cNvPr id="0" name=""/>
        <dsp:cNvSpPr/>
      </dsp:nvSpPr>
      <dsp:spPr>
        <a:xfrm>
          <a:off x="2088688" y="1652865"/>
          <a:ext cx="569424" cy="361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F4BB38-49EC-4CE1-B50C-00E5C7506560}">
      <dsp:nvSpPr>
        <dsp:cNvPr id="0" name=""/>
        <dsp:cNvSpPr/>
      </dsp:nvSpPr>
      <dsp:spPr>
        <a:xfrm>
          <a:off x="2151957" y="1712971"/>
          <a:ext cx="569424" cy="361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600" kern="1200"/>
        </a:p>
      </dsp:txBody>
      <dsp:txXfrm>
        <a:off x="2162547" y="1723561"/>
        <a:ext cx="548244" cy="3404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8/28/2025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2025/8/28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kumimoji="1" lang="en-US" altLang="ja-JP"/>
              <a:t>1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833741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3912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7833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9031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309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132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2998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6955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7915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9200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410198" cy="2514601"/>
          </a:xfrm>
        </p:spPr>
        <p:txBody>
          <a:bodyPr/>
          <a:lstStyle/>
          <a:p>
            <a:r>
              <a:rPr kumimoji="1" lang="en-US" altLang="ja-JP" dirty="0">
                <a:latin typeface="Meiryo UI" charset="0"/>
                <a:ea typeface="Meiryo UI" charset="0"/>
              </a:rPr>
              <a:t>SQL</a:t>
            </a:r>
            <a:r>
              <a:rPr kumimoji="1" lang="ja-JP" altLang="en-US" dirty="0">
                <a:latin typeface="Meiryo UI" charset="0"/>
                <a:ea typeface="Meiryo UI" charset="0"/>
              </a:rPr>
              <a:t>基礎講義</a:t>
            </a:r>
            <a:endParaRPr kumimoji="1" 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>
                <a:latin typeface="Meiryo UI" charset="0"/>
                <a:ea typeface="Meiryo UI" charset="0"/>
              </a:rPr>
              <a:t>データベース概論</a:t>
            </a:r>
            <a:endParaRPr kumimoji="1" lang="ja-JP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325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8686800" cy="1006217"/>
          </a:xfrm>
        </p:spPr>
        <p:txBody>
          <a:bodyPr/>
          <a:lstStyle/>
          <a:p>
            <a:r>
              <a:rPr kumimoji="1" lang="ja-JP" altLang="en-US" dirty="0">
                <a:latin typeface="Meiryo UI" charset="0"/>
                <a:ea typeface="Meiryo UI" charset="0"/>
              </a:rPr>
              <a:t>データベースとは</a:t>
            </a:r>
            <a:br>
              <a:rPr kumimoji="1" lang="ja-JP" altLang="en-US" dirty="0">
                <a:latin typeface="Meiryo UI" charset="0"/>
                <a:ea typeface="Meiryo UI" charset="0"/>
              </a:rPr>
            </a:br>
            <a:endParaRPr kumimoji="1" lang="ja-JP" dirty="0">
              <a:solidFill>
                <a:srgbClr val="00AEEF"/>
              </a:solidFill>
              <a:latin typeface="Meiryo UI"/>
              <a:ea typeface="Meiryo UI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065213" y="1098535"/>
            <a:ext cx="9331325" cy="492126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 b="1">
                <a:latin typeface="Meiryo UI" charset="0"/>
                <a:ea typeface="Meiryo UI" charset="0"/>
              </a:rPr>
              <a:t>データベース</a:t>
            </a:r>
            <a:r>
              <a:rPr lang="en-US" altLang="ja-JP" b="1">
                <a:latin typeface="Meiryo UI" charset="0"/>
                <a:ea typeface="Meiryo UI" charset="0"/>
              </a:rPr>
              <a:t>(DB</a:t>
            </a:r>
            <a:r>
              <a:rPr lang="ja-JP" altLang="en-US" b="1">
                <a:latin typeface="Meiryo UI" charset="0"/>
                <a:ea typeface="Meiryo UI" charset="0"/>
              </a:rPr>
              <a:t>：</a:t>
            </a:r>
            <a:r>
              <a:rPr lang="en-US" altLang="ja-JP" b="1">
                <a:latin typeface="Meiryo UI" charset="0"/>
                <a:ea typeface="Meiryo UI" charset="0"/>
              </a:rPr>
              <a:t>DataBase)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データを整理整頓して使いやすくしたもの。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コンピュータの世界ではソフトウェアがデータベース</a:t>
            </a:r>
            <a:r>
              <a:rPr lang="en-US" altLang="ja-JP">
                <a:latin typeface="Meiryo UI" charset="0"/>
                <a:ea typeface="Meiryo UI" charset="0"/>
              </a:rPr>
              <a:t>(DB)</a:t>
            </a:r>
            <a:r>
              <a:rPr lang="ja-JP" altLang="en-US">
                <a:latin typeface="Meiryo UI" charset="0"/>
                <a:ea typeface="Meiryo UI" charset="0"/>
              </a:rPr>
              <a:t>を利用する。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</a:t>
            </a:r>
            <a:r>
              <a:rPr lang="en-US" altLang="ja-JP">
                <a:latin typeface="Meiryo UI" charset="0"/>
                <a:ea typeface="Meiryo UI" charset="0"/>
              </a:rPr>
              <a:t>DB</a:t>
            </a:r>
            <a:r>
              <a:rPr lang="ja-JP" altLang="en-US">
                <a:latin typeface="Meiryo UI" charset="0"/>
                <a:ea typeface="Meiryo UI" charset="0"/>
              </a:rPr>
              <a:t>にあるデータは永続的に保存されるため、再利用が可能となる。</a:t>
            </a:r>
          </a:p>
          <a:p>
            <a:pPr marL="45720" indent="0">
              <a:buNone/>
            </a:pPr>
            <a:endParaRPr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データベースには、以下のようにいくつかの種類がある。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   ・ 階層型データベース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 ・ ネットワーク</a:t>
            </a:r>
            <a:r>
              <a:rPr lang="en-US" altLang="ja-JP">
                <a:latin typeface="Meiryo UI" charset="0"/>
                <a:ea typeface="Meiryo UI" charset="0"/>
              </a:rPr>
              <a:t>(</a:t>
            </a:r>
            <a:r>
              <a:rPr lang="ja-JP" altLang="en-US">
                <a:latin typeface="Meiryo UI" charset="0"/>
                <a:ea typeface="Meiryo UI" charset="0"/>
              </a:rPr>
              <a:t>網</a:t>
            </a:r>
            <a:r>
              <a:rPr lang="en-US" altLang="ja-JP">
                <a:latin typeface="Meiryo UI" charset="0"/>
                <a:ea typeface="Meiryo UI" charset="0"/>
              </a:rPr>
              <a:t>)</a:t>
            </a:r>
            <a:r>
              <a:rPr lang="ja-JP" altLang="en-US">
                <a:latin typeface="Meiryo UI" charset="0"/>
                <a:ea typeface="Meiryo UI" charset="0"/>
              </a:rPr>
              <a:t>型データベース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   ・ リレーショナル</a:t>
            </a:r>
            <a:r>
              <a:rPr lang="en-US" altLang="ja-JP">
                <a:latin typeface="Meiryo UI" charset="0"/>
                <a:ea typeface="Meiryo UI" charset="0"/>
              </a:rPr>
              <a:t>(</a:t>
            </a:r>
            <a:r>
              <a:rPr lang="ja-JP" altLang="en-US">
                <a:latin typeface="Meiryo UI" charset="0"/>
                <a:ea typeface="Meiryo UI" charset="0"/>
              </a:rPr>
              <a:t>関連</a:t>
            </a:r>
            <a:r>
              <a:rPr lang="en-US" altLang="ja-JP">
                <a:latin typeface="Meiryo UI" charset="0"/>
                <a:ea typeface="Meiryo UI" charset="0"/>
              </a:rPr>
              <a:t>)</a:t>
            </a:r>
            <a:r>
              <a:rPr lang="ja-JP" altLang="en-US">
                <a:latin typeface="Meiryo UI" charset="0"/>
                <a:ea typeface="Meiryo UI" charset="0"/>
              </a:rPr>
              <a:t>型データベース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</a:t>
            </a:r>
            <a:r>
              <a:rPr lang="en-US" altLang="ja-JP">
                <a:latin typeface="Meiryo UI" charset="0"/>
                <a:ea typeface="Meiryo UI" charset="0"/>
              </a:rPr>
              <a:t>※</a:t>
            </a:r>
            <a:r>
              <a:rPr lang="ja-JP" altLang="en-US">
                <a:latin typeface="Meiryo UI" charset="0"/>
                <a:ea typeface="Meiryo UI" charset="0"/>
              </a:rPr>
              <a:t>  現在の主流は、</a:t>
            </a:r>
            <a:r>
              <a:rPr lang="ja-JP" altLang="en-US" b="1" u="sng">
                <a:latin typeface="Meiryo UI" charset="0"/>
                <a:ea typeface="Meiryo UI" charset="0"/>
              </a:rPr>
              <a:t>リレーショナル</a:t>
            </a:r>
            <a:r>
              <a:rPr lang="en-US" altLang="ja-JP" b="1" u="sng">
                <a:latin typeface="Meiryo UI" charset="0"/>
                <a:ea typeface="Meiryo UI" charset="0"/>
              </a:rPr>
              <a:t>(</a:t>
            </a:r>
            <a:r>
              <a:rPr lang="ja-JP" altLang="en-US" b="1" u="sng">
                <a:latin typeface="Meiryo UI" charset="0"/>
                <a:ea typeface="Meiryo UI" charset="0"/>
              </a:rPr>
              <a:t>関連</a:t>
            </a:r>
            <a:r>
              <a:rPr lang="en-US" altLang="ja-JP" b="1" u="sng">
                <a:latin typeface="Meiryo UI" charset="0"/>
                <a:ea typeface="Meiryo UI" charset="0"/>
              </a:rPr>
              <a:t>) </a:t>
            </a:r>
            <a:r>
              <a:rPr lang="ja-JP" altLang="en-US" b="1" u="sng">
                <a:latin typeface="Meiryo UI" charset="0"/>
                <a:ea typeface="Meiryo UI" charset="0"/>
              </a:rPr>
              <a:t>型データベース</a:t>
            </a:r>
            <a:r>
              <a:rPr lang="en-US" altLang="ja-JP" b="1" u="sng">
                <a:latin typeface="Meiryo UI" charset="0"/>
                <a:ea typeface="Meiryo UI" charset="0"/>
              </a:rPr>
              <a:t>(RDB)</a:t>
            </a:r>
            <a:r>
              <a:rPr lang="ja-JP" altLang="en-US">
                <a:latin typeface="Meiryo UI" charset="0"/>
                <a:ea typeface="Meiryo UI" charset="0"/>
              </a:rPr>
              <a:t>である。</a:t>
            </a:r>
          </a:p>
        </p:txBody>
      </p:sp>
    </p:spTree>
    <p:extLst>
      <p:ext uri="{BB962C8B-B14F-4D97-AF65-F5344CB8AC3E}">
        <p14:creationId xmlns:p14="http://schemas.microsoft.com/office/powerpoint/2010/main" val="271922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065213" y="691129"/>
            <a:ext cx="9331325" cy="5328671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ja-JP" altLang="en-US" b="1">
                <a:latin typeface="Meiryo UI" charset="0"/>
                <a:ea typeface="Meiryo UI" charset="0"/>
              </a:rPr>
              <a:t>データベース管理システム</a:t>
            </a:r>
            <a:r>
              <a:rPr lang="en-US" altLang="ja-JP" b="1">
                <a:latin typeface="Meiryo UI" charset="0"/>
                <a:ea typeface="Meiryo UI" charset="0"/>
              </a:rPr>
              <a:t>(DBMS</a:t>
            </a:r>
            <a:r>
              <a:rPr lang="ja-JP" altLang="en-US" b="1">
                <a:latin typeface="Meiryo UI" charset="0"/>
                <a:ea typeface="Meiryo UI" charset="0"/>
              </a:rPr>
              <a:t>：</a:t>
            </a:r>
            <a:r>
              <a:rPr lang="en-US" altLang="ja-JP" b="1">
                <a:latin typeface="Meiryo UI" charset="0"/>
                <a:ea typeface="Meiryo UI" charset="0"/>
              </a:rPr>
              <a:t>DataBase Management System)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データベースを管理するソフトウェアを意味する。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  </a:t>
            </a:r>
            <a:r>
              <a:rPr lang="en-US" altLang="ja-JP">
                <a:latin typeface="Meiryo UI" charset="0"/>
                <a:ea typeface="Meiryo UI" charset="0"/>
              </a:rPr>
              <a:t>(※</a:t>
            </a:r>
            <a:r>
              <a:rPr lang="ja-JP" altLang="en-US">
                <a:latin typeface="Meiryo UI" charset="0"/>
                <a:ea typeface="Meiryo UI" charset="0"/>
              </a:rPr>
              <a:t>場合により、</a:t>
            </a:r>
            <a:r>
              <a:rPr lang="en-US" altLang="ja-JP">
                <a:latin typeface="Meiryo UI" charset="0"/>
                <a:ea typeface="Meiryo UI" charset="0"/>
              </a:rPr>
              <a:t>DB</a:t>
            </a:r>
            <a:r>
              <a:rPr lang="ja-JP" altLang="en-US">
                <a:latin typeface="Meiryo UI" charset="0"/>
                <a:ea typeface="Meiryo UI" charset="0"/>
              </a:rPr>
              <a:t>という言葉が</a:t>
            </a:r>
            <a:r>
              <a:rPr lang="en-US" altLang="ja-JP">
                <a:latin typeface="Meiryo UI" charset="0"/>
                <a:ea typeface="Meiryo UI" charset="0"/>
              </a:rPr>
              <a:t>DBMS</a:t>
            </a:r>
            <a:r>
              <a:rPr lang="ja-JP" altLang="en-US">
                <a:latin typeface="Meiryo UI" charset="0"/>
                <a:ea typeface="Meiryo UI" charset="0"/>
              </a:rPr>
              <a:t>を示すこともある。</a:t>
            </a:r>
            <a:r>
              <a:rPr lang="en-US" altLang="ja-JP">
                <a:latin typeface="Meiryo UI" charset="0"/>
                <a:ea typeface="Meiryo UI" charset="0"/>
              </a:rPr>
              <a:t>)</a:t>
            </a:r>
          </a:p>
          <a:p>
            <a:pPr marL="45720" indent="0">
              <a:buNone/>
            </a:pPr>
            <a:endParaRPr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</a:t>
            </a:r>
            <a:r>
              <a:rPr lang="en-US" altLang="ja-JP">
                <a:latin typeface="Meiryo UI" charset="0"/>
                <a:ea typeface="Meiryo UI" charset="0"/>
              </a:rPr>
              <a:t>DBMS</a:t>
            </a:r>
            <a:r>
              <a:rPr lang="ja-JP" altLang="en-US">
                <a:latin typeface="Meiryo UI" charset="0"/>
                <a:ea typeface="Meiryo UI" charset="0"/>
              </a:rPr>
              <a:t>には、主に以下の機能がある。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　　・  データの入力、更新、削除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　　・  データの並べ替え、検索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　　・  データの共有 </a:t>
            </a:r>
            <a:r>
              <a:rPr lang="en-US" altLang="ja-JP">
                <a:latin typeface="Meiryo UI" charset="0"/>
                <a:ea typeface="Meiryo UI" charset="0"/>
              </a:rPr>
              <a:t>(</a:t>
            </a:r>
            <a:r>
              <a:rPr lang="ja-JP" altLang="en-US">
                <a:latin typeface="Meiryo UI" charset="0"/>
                <a:ea typeface="Meiryo UI" charset="0"/>
              </a:rPr>
              <a:t>複数のソフトウェアでデータを共有する。</a:t>
            </a:r>
            <a:r>
              <a:rPr lang="en-US" altLang="ja-JP">
                <a:latin typeface="Meiryo UI" charset="0"/>
                <a:ea typeface="Meiryo UI" charset="0"/>
              </a:rPr>
              <a:t>)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実際にデータの管理を行うのは</a:t>
            </a:r>
            <a:r>
              <a:rPr lang="en-US" altLang="ja-JP">
                <a:latin typeface="Meiryo UI" charset="0"/>
                <a:ea typeface="Meiryo UI" charset="0"/>
              </a:rPr>
              <a:t>DBMS</a:t>
            </a:r>
            <a:r>
              <a:rPr lang="ja-JP" altLang="en-US">
                <a:latin typeface="Meiryo UI" charset="0"/>
                <a:ea typeface="Meiryo UI" charset="0"/>
              </a:rPr>
              <a:t>の仕事であり、ユーザー操作は上記の</a:t>
            </a:r>
            <a:endParaRPr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命令を</a:t>
            </a:r>
            <a:r>
              <a:rPr lang="en-US" altLang="ja-JP">
                <a:latin typeface="Meiryo UI" charset="0"/>
                <a:ea typeface="Meiryo UI" charset="0"/>
              </a:rPr>
              <a:t>DBMS</a:t>
            </a:r>
            <a:r>
              <a:rPr lang="ja-JP" altLang="en-US">
                <a:latin typeface="Meiryo UI" charset="0"/>
                <a:ea typeface="Meiryo UI" charset="0"/>
              </a:rPr>
              <a:t>に対し要求し、結果を受け取る流れとなる。</a:t>
            </a:r>
          </a:p>
        </p:txBody>
      </p:sp>
    </p:spTree>
    <p:extLst>
      <p:ext uri="{BB962C8B-B14F-4D97-AF65-F5344CB8AC3E}">
        <p14:creationId xmlns:p14="http://schemas.microsoft.com/office/powerpoint/2010/main" val="143171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77913" y="675317"/>
            <a:ext cx="9720262" cy="541750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リレーショナルデータベース</a:t>
            </a:r>
            <a:r>
              <a:rPr kumimoji="1" lang="en-US" altLang="ja-JP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(RDB)</a:t>
            </a:r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とは？</a:t>
            </a:r>
            <a:endParaRPr kumimoji="1" lang="en-US" altLang="ja-JP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45720" indent="0">
              <a:buNone/>
            </a:pP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データを行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lang="ja-JP" altLang="en-US" dirty="0"/>
              <a:t>レコード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と列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カラム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で構成された表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テーブル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形式で管理を行う。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テーブル</a:t>
            </a:r>
            <a:r>
              <a:rPr kumimoji="1" lang="ja-JP" altLang="en-US" dirty="0">
                <a:latin typeface="Meiryo UI" charset="0"/>
                <a:ea typeface="Meiryo UI" charset="0"/>
              </a:rPr>
              <a:t>とテーブルどうしが連携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latin typeface="Meiryo UI" charset="0"/>
                <a:ea typeface="Meiryo UI" charset="0"/>
              </a:rPr>
              <a:t>リレーション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して動く仕組みである。</a:t>
            </a: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  個々のデータは独立しているため、管理がしやすい特徴がある。</a:t>
            </a:r>
          </a:p>
        </p:txBody>
      </p:sp>
      <p:pic>
        <p:nvPicPr>
          <p:cNvPr id="8" name="図 7" descr="R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77" y="3968165"/>
            <a:ext cx="7093150" cy="1977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26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603425"/>
            <a:ext cx="9534525" cy="5589413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リレーショナルデータベースの構成要素　</a:t>
            </a:r>
          </a:p>
          <a:p>
            <a:pPr marL="45720" indent="0">
              <a:buNone/>
            </a:pPr>
            <a:endParaRPr kumimoji="1" lang="ja-JP" altLang="en-US" b="1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表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テーブル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)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　</a:t>
            </a:r>
            <a:r>
              <a:rPr kumimoji="1"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データを入れる器。列</a:t>
            </a:r>
            <a:r>
              <a:rPr kumimoji="1" lang="en-US" altLang="ja-JP" dirty="0">
                <a:solidFill>
                  <a:srgbClr val="595959"/>
                </a:solidFill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カラム</a:t>
            </a:r>
            <a:r>
              <a:rPr kumimoji="1" lang="en-US" altLang="ja-JP" dirty="0">
                <a:solidFill>
                  <a:srgbClr val="595959"/>
                </a:solidFill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と行</a:t>
            </a:r>
            <a:r>
              <a:rPr kumimoji="1" lang="en-US" altLang="ja-JP" dirty="0">
                <a:solidFill>
                  <a:srgbClr val="595959"/>
                </a:solidFill>
                <a:latin typeface="Meiryo UI" charset="0"/>
                <a:ea typeface="Meiryo UI" charset="0"/>
              </a:rPr>
              <a:t>(</a:t>
            </a:r>
            <a:r>
              <a:rPr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レコード</a:t>
            </a:r>
            <a:r>
              <a:rPr kumimoji="1" lang="en-US" altLang="ja-JP" dirty="0">
                <a:solidFill>
                  <a:srgbClr val="595959"/>
                </a:solidFill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で構成される。</a:t>
            </a: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列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カラム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)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 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 </a:t>
            </a:r>
            <a:r>
              <a:rPr kumimoji="1"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表に含まれる項目。項目ごとに属性が定義されている。（フィールドとも呼ばれる）</a:t>
            </a:r>
          </a:p>
          <a:p>
            <a:pPr marL="45720" indent="0">
              <a:buNone/>
            </a:pPr>
            <a:r>
              <a:rPr kumimoji="1"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　　　　</a:t>
            </a:r>
            <a:r>
              <a:rPr kumimoji="1" lang="en-US" altLang="ja-JP" dirty="0">
                <a:solidFill>
                  <a:srgbClr val="595959"/>
                </a:solidFill>
                <a:latin typeface="Meiryo UI" charset="0"/>
                <a:ea typeface="Meiryo UI" charset="0"/>
              </a:rPr>
              <a:t>※ </a:t>
            </a:r>
            <a:r>
              <a:rPr kumimoji="1"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属性：</a:t>
            </a:r>
            <a:r>
              <a:rPr kumimoji="1" lang="ja-JP" altLang="en-US" dirty="0">
                <a:latin typeface="Meiryo UI" charset="0"/>
                <a:ea typeface="Meiryo UI" charset="0"/>
              </a:rPr>
              <a:t>データ型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latin typeface="Meiryo UI" charset="0"/>
                <a:ea typeface="Meiryo UI" charset="0"/>
              </a:rPr>
              <a:t>文字、数値、日付、バイナリ他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など</a:t>
            </a: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行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(</a:t>
            </a:r>
            <a:r>
              <a:rPr lang="ja-JP" altLang="en-US" b="1" u="sng" dirty="0">
                <a:latin typeface="Meiryo UI" charset="0"/>
                <a:ea typeface="Meiryo UI" charset="0"/>
              </a:rPr>
              <a:t>レコード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)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 　　表に入れる、実際のデータを指す。</a:t>
            </a:r>
            <a:r>
              <a:rPr kumimoji="1" lang="en-US" altLang="ja-JP" dirty="0">
                <a:latin typeface="Meiryo UI" charset="0"/>
                <a:ea typeface="Meiryo UI" charset="0"/>
              </a:rPr>
              <a:t>1</a:t>
            </a:r>
            <a:r>
              <a:rPr kumimoji="1" lang="ja-JP" altLang="en-US" dirty="0">
                <a:latin typeface="Meiryo UI" charset="0"/>
                <a:ea typeface="Meiryo UI" charset="0"/>
              </a:rPr>
              <a:t>行で</a:t>
            </a:r>
            <a:r>
              <a:rPr kumimoji="1" lang="en-US" altLang="ja-JP" dirty="0">
                <a:latin typeface="Meiryo UI" charset="0"/>
                <a:ea typeface="Meiryo UI" charset="0"/>
              </a:rPr>
              <a:t>1</a:t>
            </a:r>
            <a:r>
              <a:rPr kumimoji="1" lang="ja-JP" altLang="en-US" dirty="0">
                <a:latin typeface="Meiryo UI" charset="0"/>
                <a:ea typeface="Meiryo UI" charset="0"/>
              </a:rPr>
              <a:t>件のデータを表す。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lang="ja-JP" altLang="en-US" dirty="0">
                <a:latin typeface="Meiryo UI" charset="0"/>
                <a:ea typeface="Meiryo UI" charset="0"/>
              </a:rPr>
              <a:t>ロー</a:t>
            </a:r>
            <a:r>
              <a:rPr kumimoji="1" lang="ja-JP" altLang="en-US" dirty="0">
                <a:latin typeface="Meiryo UI" charset="0"/>
                <a:ea typeface="Meiryo UI" charset="0"/>
              </a:rPr>
              <a:t>とも呼ばれる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endParaRPr kumimoji="1" lang="ja-JP" altLang="en-US" dirty="0">
              <a:latin typeface="Meiryo UI" charset="0"/>
              <a:ea typeface="Meiryo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8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 9"/>
          <p:cNvSpPr>
            <a:spLocks noGrp="1"/>
          </p:cNvSpPr>
          <p:nvPr>
            <p:ph idx="1"/>
          </p:nvPr>
        </p:nvSpPr>
        <p:spPr>
          <a:xfrm>
            <a:off x="1065213" y="536714"/>
            <a:ext cx="8686800" cy="5483086"/>
          </a:xfrm>
        </p:spPr>
        <p:txBody>
          <a:bodyPr/>
          <a:lstStyle/>
          <a:p>
            <a:pPr marL="45720" indent="0">
              <a:buNone/>
            </a:pPr>
            <a:r>
              <a:rPr lang="ja-JP" altLang="en-US" b="1"/>
              <a:t>表</a:t>
            </a:r>
            <a:r>
              <a:rPr lang="en-US" altLang="ja-JP" b="1"/>
              <a:t>(</a:t>
            </a:r>
            <a:r>
              <a:rPr lang="ja-JP" altLang="en-US" b="1"/>
              <a:t>テーブル</a:t>
            </a:r>
            <a:r>
              <a:rPr lang="en-US" altLang="ja-JP" b="1"/>
              <a:t>) </a:t>
            </a:r>
            <a:r>
              <a:rPr lang="ja-JP" altLang="en-US" b="1"/>
              <a:t>の構成イメージ</a:t>
            </a:r>
          </a:p>
        </p:txBody>
      </p:sp>
      <p:pic>
        <p:nvPicPr>
          <p:cNvPr id="12" name="図 11" descr="RDBMS要素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688" y="819150"/>
            <a:ext cx="9090307" cy="590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3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495094"/>
            <a:ext cx="9304337" cy="4470606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表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テーブル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) 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の関連イメージ</a:t>
            </a:r>
            <a:endParaRPr kumimoji="1" lang="ja-JP" dirty="0">
              <a:latin typeface="Meiryo UI" charset="0"/>
              <a:ea typeface="Meiryo UI" charset="0"/>
            </a:endParaRPr>
          </a:p>
        </p:txBody>
      </p:sp>
      <p:pic>
        <p:nvPicPr>
          <p:cNvPr id="5" name="図 4" descr="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266" y="805146"/>
            <a:ext cx="9320975" cy="560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7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065213" y="623888"/>
            <a:ext cx="8686800" cy="580331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altLang="ja-JP" b="1">
                <a:latin typeface="Meiryo UI" charset="0"/>
                <a:ea typeface="Meiryo UI" charset="0"/>
              </a:rPr>
              <a:t>【</a:t>
            </a:r>
            <a:r>
              <a:rPr lang="ja-JP" altLang="en-US" b="1">
                <a:latin typeface="Meiryo UI" charset="0"/>
                <a:ea typeface="Meiryo UI" charset="0"/>
              </a:rPr>
              <a:t>参考</a:t>
            </a:r>
            <a:r>
              <a:rPr lang="en-US" altLang="ja-JP" b="1">
                <a:latin typeface="Meiryo UI" charset="0"/>
                <a:ea typeface="Meiryo UI" charset="0"/>
              </a:rPr>
              <a:t>】 RDB</a:t>
            </a:r>
            <a:r>
              <a:rPr lang="ja-JP" altLang="en-US" b="1">
                <a:latin typeface="Meiryo UI" charset="0"/>
                <a:ea typeface="Meiryo UI" charset="0"/>
              </a:rPr>
              <a:t>以外のデータベース</a:t>
            </a:r>
          </a:p>
          <a:p>
            <a:pPr marL="45720" indent="0">
              <a:buNone/>
            </a:pPr>
            <a:r>
              <a:rPr lang="en-US" altLang="ja-JP" b="1">
                <a:latin typeface="Meiryo UI" charset="0"/>
                <a:ea typeface="Meiryo UI" charset="0"/>
              </a:rPr>
              <a:t>(1)</a:t>
            </a:r>
            <a:r>
              <a:rPr lang="ja-JP" altLang="en-US" b="1">
                <a:latin typeface="Meiryo UI" charset="0"/>
                <a:ea typeface="Meiryo UI" charset="0"/>
              </a:rPr>
              <a:t>階層型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データが</a:t>
            </a:r>
            <a:r>
              <a:rPr lang="en-US" altLang="ja-JP">
                <a:latin typeface="Meiryo UI" charset="0"/>
                <a:ea typeface="Meiryo UI" charset="0"/>
              </a:rPr>
              <a:t>1</a:t>
            </a:r>
            <a:r>
              <a:rPr lang="ja-JP" altLang="en-US">
                <a:latin typeface="Meiryo UI" charset="0"/>
                <a:ea typeface="Meiryo UI" charset="0"/>
              </a:rPr>
              <a:t>対多の親子関係で結ばれている。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</a:t>
            </a:r>
            <a:r>
              <a:rPr lang="en-US" altLang="ja-JP">
                <a:latin typeface="Meiryo UI" charset="0"/>
                <a:ea typeface="Meiryo UI" charset="0"/>
              </a:rPr>
              <a:t>DB</a:t>
            </a:r>
            <a:r>
              <a:rPr lang="ja-JP" altLang="en-US">
                <a:latin typeface="Meiryo UI" charset="0"/>
                <a:ea typeface="Meiryo UI" charset="0"/>
              </a:rPr>
              <a:t>の形式としては古く、情報一元管理するのは難しい。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</a:t>
            </a:r>
            <a:r>
              <a:rPr lang="en-US" altLang="ja-JP">
                <a:latin typeface="Meiryo UI" charset="0"/>
                <a:ea typeface="Meiryo UI" charset="0"/>
              </a:rPr>
              <a:t>(</a:t>
            </a:r>
            <a:r>
              <a:rPr lang="ja-JP" altLang="en-US">
                <a:latin typeface="Meiryo UI" charset="0"/>
                <a:ea typeface="Meiryo UI" charset="0"/>
              </a:rPr>
              <a:t>データ項目をツリー構造で管理する</a:t>
            </a:r>
            <a:r>
              <a:rPr lang="en-US" altLang="ja-JP">
                <a:latin typeface="Meiryo UI" charset="0"/>
                <a:ea typeface="Meiryo UI" charset="0"/>
              </a:rPr>
              <a:t>)</a:t>
            </a:r>
          </a:p>
          <a:p>
            <a:pPr marL="45720" indent="0">
              <a:buNone/>
            </a:pPr>
            <a:endParaRPr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en-US" altLang="ja-JP" b="1">
                <a:latin typeface="Meiryo UI" charset="0"/>
                <a:ea typeface="Meiryo UI" charset="0"/>
              </a:rPr>
              <a:t>(2)</a:t>
            </a:r>
            <a:r>
              <a:rPr lang="ja-JP" altLang="en-US" b="1">
                <a:latin typeface="Meiryo UI" charset="0"/>
                <a:ea typeface="Meiryo UI" charset="0"/>
              </a:rPr>
              <a:t>ネットワーク型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データが多対多の関係で結ばれている。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情報を一元的に管理することが可能だが、データ同士の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変わりが複雑となるため管理が難しい。</a:t>
            </a:r>
            <a:endParaRPr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en-US" altLang="ja-JP">
                <a:latin typeface="Meiryo UI" charset="0"/>
                <a:ea typeface="Meiryo UI" charset="0"/>
              </a:rPr>
              <a:t>  (</a:t>
            </a:r>
            <a:r>
              <a:rPr lang="ja-JP" altLang="en-US">
                <a:latin typeface="Meiryo UI" charset="0"/>
                <a:ea typeface="Meiryo UI" charset="0"/>
              </a:rPr>
              <a:t>各データ項目をポインタで繋ぐ</a:t>
            </a:r>
            <a:r>
              <a:rPr lang="en-US" altLang="ja-JP">
                <a:latin typeface="Meiryo UI" charset="0"/>
                <a:ea typeface="Meiryo UI" charset="0"/>
              </a:rPr>
              <a:t>)</a:t>
            </a:r>
            <a:endParaRPr lang="ja-JP" altLang="en-US">
              <a:latin typeface="Meiryo UI" charset="0"/>
              <a:ea typeface="Meiryo UI" charset="0"/>
            </a:endParaRPr>
          </a:p>
        </p:txBody>
      </p:sp>
      <p:graphicFrame>
        <p:nvGraphicFramePr>
          <p:cNvPr id="12" name="図表 11"/>
          <p:cNvGraphicFramePr/>
          <p:nvPr>
            <p:extLst>
              <p:ext uri="{D42A27DB-BD31-4B8C-83A1-F6EECF244321}">
                <p14:modId xmlns:p14="http://schemas.microsoft.com/office/powerpoint/2010/main" val="616010800"/>
              </p:ext>
            </p:extLst>
          </p:nvPr>
        </p:nvGraphicFramePr>
        <p:xfrm>
          <a:off x="7304408" y="3898521"/>
          <a:ext cx="3332163" cy="2011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4" name="図表 13"/>
          <p:cNvGraphicFramePr/>
          <p:nvPr>
            <p:extLst>
              <p:ext uri="{D42A27DB-BD31-4B8C-83A1-F6EECF244321}">
                <p14:modId xmlns:p14="http://schemas.microsoft.com/office/powerpoint/2010/main" val="2715945404"/>
              </p:ext>
            </p:extLst>
          </p:nvPr>
        </p:nvGraphicFramePr>
        <p:xfrm>
          <a:off x="7503575" y="757851"/>
          <a:ext cx="2722180" cy="2673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2" name="直線矢印コネクタ 1"/>
          <p:cNvCxnSpPr/>
          <p:nvPr/>
        </p:nvCxnSpPr>
        <p:spPr>
          <a:xfrm>
            <a:off x="8509194" y="4456996"/>
            <a:ext cx="914400" cy="91440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直線矢印コネクタ 3"/>
          <p:cNvCxnSpPr/>
          <p:nvPr/>
        </p:nvCxnSpPr>
        <p:spPr>
          <a:xfrm flipH="1">
            <a:off x="8969150" y="4226958"/>
            <a:ext cx="2024" cy="137273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直線矢印コネクタ 4"/>
          <p:cNvCxnSpPr/>
          <p:nvPr/>
        </p:nvCxnSpPr>
        <p:spPr>
          <a:xfrm flipH="1">
            <a:off x="8507455" y="4547387"/>
            <a:ext cx="918449" cy="812549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角丸四角形 14"/>
          <p:cNvSpPr/>
          <p:nvPr/>
        </p:nvSpPr>
        <p:spPr>
          <a:xfrm>
            <a:off x="8684026" y="4676250"/>
            <a:ext cx="591534" cy="3532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5348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065213" y="691129"/>
            <a:ext cx="9331325" cy="5328671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 b="1">
                <a:latin typeface="Meiryo UI" charset="0"/>
                <a:ea typeface="Meiryo UI" charset="0"/>
              </a:rPr>
              <a:t>リレーショナルデータベース管理システムとは？</a:t>
            </a:r>
          </a:p>
          <a:p>
            <a:pPr marL="45720" indent="0">
              <a:buNone/>
            </a:pPr>
            <a:endParaRPr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</a:t>
            </a:r>
            <a:r>
              <a:rPr lang="en-US" altLang="ja-JP">
                <a:latin typeface="Meiryo UI" charset="0"/>
                <a:ea typeface="Meiryo UI" charset="0"/>
              </a:rPr>
              <a:t>Releational DataBase Management System </a:t>
            </a:r>
            <a:r>
              <a:rPr lang="ja-JP" altLang="en-US">
                <a:latin typeface="Meiryo UI" charset="0"/>
                <a:ea typeface="Meiryo UI" charset="0"/>
              </a:rPr>
              <a:t>の略</a:t>
            </a:r>
            <a:endParaRPr lang="en-US" altLang="ja-JP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リレーショナルデータベース</a:t>
            </a:r>
            <a:r>
              <a:rPr lang="en-US" altLang="ja-JP">
                <a:latin typeface="Meiryo UI" charset="0"/>
                <a:ea typeface="Meiryo UI" charset="0"/>
              </a:rPr>
              <a:t>(RDB) </a:t>
            </a:r>
            <a:r>
              <a:rPr lang="ja-JP" altLang="en-US">
                <a:latin typeface="Meiryo UI" charset="0"/>
                <a:ea typeface="Meiryo UI" charset="0"/>
              </a:rPr>
              <a:t>を管理するソフトウェアを意味する。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 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 代表的なものとして以下が存在する。 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     </a:t>
            </a:r>
            <a:r>
              <a:rPr lang="en-US" altLang="ja-JP">
                <a:latin typeface="Meiryo UI" charset="0"/>
                <a:ea typeface="Meiryo UI" charset="0"/>
              </a:rPr>
              <a:t>Oracle</a:t>
            </a:r>
            <a:r>
              <a:rPr lang="ja-JP" altLang="en-US">
                <a:latin typeface="Meiryo UI" charset="0"/>
                <a:ea typeface="Meiryo UI" charset="0"/>
              </a:rPr>
              <a:t>　</a:t>
            </a:r>
            <a:r>
              <a:rPr lang="en-US" altLang="ja-JP">
                <a:latin typeface="Meiryo UI" charset="0"/>
                <a:ea typeface="Meiryo UI" charset="0"/>
              </a:rPr>
              <a:t>/ DB2 / SQL</a:t>
            </a:r>
            <a:r>
              <a:rPr lang="ja-JP" altLang="en-US">
                <a:latin typeface="Meiryo UI" charset="0"/>
                <a:ea typeface="Meiryo UI" charset="0"/>
              </a:rPr>
              <a:t> </a:t>
            </a:r>
            <a:r>
              <a:rPr lang="en-US" altLang="ja-JP">
                <a:latin typeface="Meiryo UI" charset="0"/>
                <a:ea typeface="Meiryo UI" charset="0"/>
              </a:rPr>
              <a:t>Sever / My SQL / PostgreSQL</a:t>
            </a:r>
            <a:r>
              <a:rPr lang="ja-JP" altLang="en-US">
                <a:latin typeface="Meiryo UI" charset="0"/>
                <a:ea typeface="Meiryo UI" charset="0"/>
              </a:rPr>
              <a:t>など</a:t>
            </a:r>
            <a:endParaRPr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  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  </a:t>
            </a:r>
            <a:r>
              <a:rPr lang="en-US" altLang="ja-JP">
                <a:latin typeface="Meiryo UI" charset="0"/>
                <a:ea typeface="Meiryo UI" charset="0"/>
              </a:rPr>
              <a:t>RDBMS</a:t>
            </a:r>
            <a:r>
              <a:rPr lang="ja-JP" altLang="en-US">
                <a:latin typeface="Meiryo UI" charset="0"/>
                <a:ea typeface="Meiryo UI" charset="0"/>
              </a:rPr>
              <a:t>に命令する言語として</a:t>
            </a:r>
            <a:r>
              <a:rPr lang="en-US" altLang="ja-JP">
                <a:latin typeface="Meiryo UI" charset="0"/>
                <a:ea typeface="Meiryo UI" charset="0"/>
              </a:rPr>
              <a:t>SQL(Structured Query Language)</a:t>
            </a:r>
            <a:r>
              <a:rPr lang="ja-JP" altLang="en-US">
                <a:latin typeface="Meiryo UI" charset="0"/>
                <a:ea typeface="Meiryo UI" charset="0"/>
              </a:rPr>
              <a:t>が存在する。</a:t>
            </a:r>
          </a:p>
        </p:txBody>
      </p:sp>
    </p:spTree>
    <p:extLst>
      <p:ext uri="{BB962C8B-B14F-4D97-AF65-F5344CB8AC3E}">
        <p14:creationId xmlns:p14="http://schemas.microsoft.com/office/powerpoint/2010/main" val="2824916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1065213" y="673624"/>
            <a:ext cx="9752012" cy="545888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en-US" altLang="ja-JP" b="1" dirty="0">
                <a:latin typeface="Meiryo UI" charset="0"/>
                <a:ea typeface="Meiryo UI" charset="0"/>
              </a:rPr>
              <a:t>SQL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とは？</a:t>
            </a:r>
            <a:endParaRPr kumimoji="1" lang="en-US" altLang="ja-JP" b="1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Structured Query Language </a:t>
            </a:r>
            <a:r>
              <a:rPr kumimoji="1" lang="ja-JP" altLang="en-US" dirty="0">
                <a:latin typeface="Meiryo UI" charset="0"/>
                <a:ea typeface="Meiryo UI" charset="0"/>
              </a:rPr>
              <a:t>の略称。</a:t>
            </a:r>
            <a:endParaRPr kumimoji="1" lang="en-US" altLang="ja-JP" b="1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SQL</a:t>
            </a:r>
            <a:r>
              <a:rPr kumimoji="1" lang="ja-JP" altLang="en-US" dirty="0">
                <a:latin typeface="Meiryo UI" charset="0"/>
                <a:ea typeface="Meiryo UI" charset="0"/>
              </a:rPr>
              <a:t>は</a:t>
            </a:r>
            <a:r>
              <a:rPr kumimoji="1" lang="en-US" altLang="ja-JP" dirty="0">
                <a:latin typeface="Meiryo UI" charset="0"/>
                <a:ea typeface="Meiryo UI" charset="0"/>
              </a:rPr>
              <a:t>RDB</a:t>
            </a:r>
            <a:r>
              <a:rPr kumimoji="1" lang="ja-JP" altLang="en-US" dirty="0">
                <a:latin typeface="Meiryo UI" charset="0"/>
                <a:ea typeface="Meiryo UI" charset="0"/>
              </a:rPr>
              <a:t>を操作するために、</a:t>
            </a:r>
            <a:r>
              <a:rPr kumimoji="1" lang="en-US" altLang="ja-JP" dirty="0">
                <a:latin typeface="Meiryo UI" charset="0"/>
                <a:ea typeface="Meiryo UI" charset="0"/>
              </a:rPr>
              <a:t>RDBMS</a:t>
            </a:r>
            <a:r>
              <a:rPr kumimoji="1" lang="ja-JP" altLang="en-US" dirty="0">
                <a:latin typeface="Meiryo UI" charset="0"/>
                <a:ea typeface="Meiryo UI" charset="0"/>
              </a:rPr>
              <a:t>に対して命令するための言語である。</a:t>
            </a: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en-US" altLang="ja-JP" b="1" dirty="0">
                <a:latin typeface="Meiryo UI" charset="0"/>
                <a:ea typeface="Meiryo UI" charset="0"/>
              </a:rPr>
              <a:t>SQL</a:t>
            </a:r>
            <a:r>
              <a:rPr kumimoji="1" lang="ja-JP" altLang="en-US" b="1" dirty="0" err="1">
                <a:latin typeface="Meiryo UI" charset="0"/>
                <a:ea typeface="Meiryo UI" charset="0"/>
              </a:rPr>
              <a:t>で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できること</a:t>
            </a: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</a:t>
            </a:r>
            <a:r>
              <a:rPr kumimoji="1" lang="ja-JP" altLang="en-US" dirty="0">
                <a:latin typeface="Meiryo UI" charset="0"/>
                <a:ea typeface="Meiryo UI" charset="0"/>
              </a:rPr>
              <a:t>　</a:t>
            </a:r>
            <a:r>
              <a:rPr kumimoji="1" lang="ja-JP" altLang="en-US" u="sng" dirty="0">
                <a:latin typeface="Meiryo UI" charset="0"/>
                <a:ea typeface="Meiryo UI" charset="0"/>
              </a:rPr>
              <a:t>データの取得</a:t>
            </a:r>
            <a:r>
              <a:rPr kumimoji="1" lang="ja-JP" altLang="en-US" dirty="0">
                <a:latin typeface="Meiryo UI" charset="0"/>
                <a:ea typeface="Meiryo UI" charset="0"/>
              </a:rPr>
              <a:t>　　：テーブルから特定のデータを取り出す。</a:t>
            </a: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</a:t>
            </a:r>
            <a:r>
              <a:rPr kumimoji="1" lang="ja-JP" altLang="en-US" u="sng" dirty="0">
                <a:latin typeface="Meiryo UI" charset="0"/>
                <a:ea typeface="Meiryo UI" charset="0"/>
              </a:rPr>
              <a:t>データの操作</a:t>
            </a:r>
            <a:r>
              <a:rPr kumimoji="1" lang="ja-JP" altLang="en-US" dirty="0">
                <a:latin typeface="Meiryo UI" charset="0"/>
                <a:ea typeface="Meiryo UI" charset="0"/>
              </a:rPr>
              <a:t>　　：既存のテーブルに新しいデータ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latin typeface="Meiryo UI" charset="0"/>
                <a:ea typeface="Meiryo UI" charset="0"/>
              </a:rPr>
              <a:t>行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を追加したり、データの削除を行う。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　　　　　　　　　　　また、既に存在しているデータの内容を更新する。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</a:t>
            </a:r>
            <a:r>
              <a:rPr kumimoji="1" lang="en-US" altLang="ja-JP" u="sng" dirty="0">
                <a:latin typeface="Meiryo UI" charset="0"/>
                <a:ea typeface="Meiryo UI" charset="0"/>
              </a:rPr>
              <a:t>DB</a:t>
            </a:r>
            <a:r>
              <a:rPr kumimoji="1" lang="ja-JP" altLang="en-US" u="sng" dirty="0">
                <a:latin typeface="Meiryo UI" charset="0"/>
                <a:ea typeface="Meiryo UI" charset="0"/>
              </a:rPr>
              <a:t>や表の作成</a:t>
            </a:r>
            <a:r>
              <a:rPr kumimoji="1" lang="ja-JP" altLang="en-US" dirty="0">
                <a:latin typeface="Meiryo UI" charset="0"/>
                <a:ea typeface="Meiryo UI" charset="0"/>
              </a:rPr>
              <a:t> ：　新しい</a:t>
            </a:r>
            <a:r>
              <a:rPr kumimoji="1" lang="en-US" altLang="ja-JP" dirty="0">
                <a:latin typeface="Meiryo UI" charset="0"/>
                <a:ea typeface="Meiryo UI" charset="0"/>
              </a:rPr>
              <a:t>DB</a:t>
            </a:r>
            <a:r>
              <a:rPr kumimoji="1" lang="ja-JP" altLang="en-US" dirty="0">
                <a:latin typeface="Meiryo UI" charset="0"/>
                <a:ea typeface="Meiryo UI" charset="0"/>
              </a:rPr>
              <a:t>やテーブルを作成する。</a:t>
            </a:r>
            <a:r>
              <a:rPr kumimoji="1" lang="en-US" altLang="ja-JP" dirty="0">
                <a:latin typeface="Meiryo UI" charset="0"/>
                <a:ea typeface="Meiryo UI" charset="0"/>
              </a:rPr>
              <a:t> </a:t>
            </a:r>
            <a:r>
              <a:rPr kumimoji="1" lang="ja-JP" altLang="en-US" dirty="0">
                <a:latin typeface="Meiryo UI" charset="0"/>
                <a:ea typeface="Meiryo UI" charset="0"/>
              </a:rPr>
              <a:t>　</a:t>
            </a:r>
            <a:endParaRPr kumimoji="1" lang="ja-JP" dirty="0">
              <a:latin typeface="Meiryo UI" charset="0"/>
              <a:ea typeface="Meiryo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10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</TotalTime>
  <Words>699</Words>
  <Application>Microsoft Office PowerPoint</Application>
  <PresentationFormat>ユーザー設定</PresentationFormat>
  <Paragraphs>82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Meiryo UI</vt:lpstr>
      <vt:lpstr>Arial</vt:lpstr>
      <vt:lpstr>Franklin Gothic Medium</vt:lpstr>
      <vt:lpstr>コントラストにより注目を集めるビジネス用プレゼンテーション (16x9)</vt:lpstr>
      <vt:lpstr>SQL基礎講義</vt:lpstr>
      <vt:lpstr>データベースとは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administrator</cp:lastModifiedBy>
  <cp:revision>117</cp:revision>
  <dcterms:created xsi:type="dcterms:W3CDTF">2013-04-05T19:55:11Z</dcterms:created>
  <dcterms:modified xsi:type="dcterms:W3CDTF">2025-08-28T06:27:14Z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