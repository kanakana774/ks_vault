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94" r:id="rId5"/>
    <p:sldId id="297" r:id="rId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8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82" d="100"/>
          <a:sy n="82" d="100"/>
        </p:scale>
        <p:origin x="691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24CE221E-83ED-4F6C-BA5F-3F9E6FDB6953}" type="datetimeFigureOut">
              <a:rPr kumimoji="1" lang="en-US" altLang="ja-JP"/>
              <a:t>8/28/2025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CA4CBEF8-5CDE-472B-839B-B8BB0C881006}" type="slidenum">
              <a:rPr kumimoji="1" lang="en-US" altLang="ja-JP"/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kumimoji="1" lang="ja-JP" sz="1200"/>
            </a:lvl1pPr>
          </a:lstStyle>
          <a:p>
            <a:fld id="{97853E5F-CE67-483C-A264-F17AC70E9CA2}" type="datetimeFigureOut">
              <a:t>2025/8/28</a:t>
            </a:fld>
            <a:endParaRPr kumimoji="1" 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kumimoji="1"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kumimoji="1" lang="ja-JP" sz="1200"/>
            </a:lvl1pPr>
          </a:lstStyle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kumimoji="1" lang="ja-JP" sz="1200"/>
            </a:lvl1pPr>
          </a:lstStyle>
          <a:p>
            <a:fld id="{6BB98AFB-CB0D-4DFE-87B9-B4B0D0DE73CD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lang="ja-JP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412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altLang="ja-JP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217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065214" y="533400"/>
            <a:ext cx="5029200" cy="2514601"/>
          </a:xfrm>
        </p:spPr>
        <p:txBody>
          <a:bodyPr>
            <a:normAutofit/>
          </a:bodyPr>
          <a:lstStyle>
            <a:lvl1pPr latinLnBrk="0">
              <a:defRPr kumimoji="1" lang="ja-JP" sz="540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065212" y="3403600"/>
            <a:ext cx="5029201" cy="1397000"/>
          </a:xfrm>
        </p:spPr>
        <p:txBody>
          <a:bodyPr>
            <a:normAutofit/>
          </a:bodyPr>
          <a:lstStyle>
            <a:lvl1pPr marL="0" indent="0" algn="l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 marL="457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kumimoji="1" lang="ja-JP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/>
              <a:t>マスター サブタイトルのスタイルを編集するには、ここをクリック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6475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5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2915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4" y="533400"/>
            <a:ext cx="8686800" cy="2286000"/>
          </a:xfrm>
        </p:spPr>
        <p:txBody>
          <a:bodyPr anchor="b">
            <a:normAutofit/>
          </a:bodyPr>
          <a:lstStyle>
            <a:lvl1pPr algn="l" latinLnBrk="0">
              <a:defRPr kumimoji="1" lang="ja-JP" sz="5400" b="1" cap="none" baseline="0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4" y="3124200"/>
            <a:ext cx="8686800" cy="1371600"/>
          </a:xfrm>
        </p:spPr>
        <p:txBody>
          <a:bodyPr anchor="t">
            <a:normAutofit/>
          </a:bodyPr>
          <a:lstStyle>
            <a:lvl1pPr marL="0" indent="0" latinLnBrk="0">
              <a:spcBef>
                <a:spcPts val="600"/>
              </a:spcBef>
              <a:buNone/>
              <a:defRPr kumimoji="1" lang="ja-JP"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kumimoji="1" lang="ja-JP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kumimoji="1" lang="ja-JP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70133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1065212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64598" y="1828800"/>
            <a:ext cx="4251960" cy="4191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341370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kumimoji="1" lang="ja-JP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106521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500053" y="1828799"/>
            <a:ext cx="4251960" cy="685801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kumimoji="1" lang="ja-JP" sz="2000" b="0"/>
            </a:lvl1pPr>
            <a:lvl2pPr marL="457200" indent="0" latinLnBrk="0">
              <a:buNone/>
              <a:defRPr kumimoji="1" lang="ja-JP" sz="2000" b="1"/>
            </a:lvl2pPr>
            <a:lvl3pPr marL="914400" indent="0" latinLnBrk="0">
              <a:buNone/>
              <a:defRPr kumimoji="1" lang="ja-JP" sz="1800" b="1"/>
            </a:lvl3pPr>
            <a:lvl4pPr marL="1371600" indent="0" latinLnBrk="0">
              <a:buNone/>
              <a:defRPr kumimoji="1" lang="ja-JP" sz="1600" b="1"/>
            </a:lvl4pPr>
            <a:lvl5pPr marL="1828800" indent="0" latinLnBrk="0">
              <a:buNone/>
              <a:defRPr kumimoji="1" lang="ja-JP" sz="1600" b="1"/>
            </a:lvl5pPr>
            <a:lvl6pPr marL="2286000" indent="0" latinLnBrk="0">
              <a:buNone/>
              <a:defRPr kumimoji="1" lang="ja-JP" sz="1600" b="1"/>
            </a:lvl6pPr>
            <a:lvl7pPr marL="2743200" indent="0" latinLnBrk="0">
              <a:buNone/>
              <a:defRPr kumimoji="1" lang="ja-JP" sz="1600" b="1"/>
            </a:lvl7pPr>
            <a:lvl8pPr marL="3200400" indent="0" latinLnBrk="0">
              <a:buNone/>
              <a:defRPr kumimoji="1" lang="ja-JP" sz="1600" b="1"/>
            </a:lvl8pPr>
            <a:lvl9pPr marL="3657600" indent="0" latinLnBrk="0">
              <a:buNone/>
              <a:defRPr kumimoji="1" lang="ja-JP" sz="1600" b="1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500053" y="2590800"/>
            <a:ext cx="4251960" cy="34290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000784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907158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44153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キャプション付きのコンテンツ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rm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865813" y="533400"/>
            <a:ext cx="5867400" cy="5486400"/>
          </a:xfrm>
        </p:spPr>
        <p:txBody>
          <a:bodyPr>
            <a:normAutofit/>
          </a:bodyPr>
          <a:lstStyle>
            <a:lvl1pPr latinLnBrk="0">
              <a:defRPr kumimoji="1" lang="ja-JP" sz="2000"/>
            </a:lvl1pPr>
            <a:lvl2pPr latinLnBrk="0">
              <a:defRPr kumimoji="1" lang="ja-JP" sz="1800"/>
            </a:lvl2pPr>
            <a:lvl3pPr latinLnBrk="0">
              <a:defRPr kumimoji="1" lang="ja-JP" sz="1600"/>
            </a:lvl3pPr>
            <a:lvl4pPr latinLnBrk="0">
              <a:defRPr kumimoji="1" lang="ja-JP" sz="1400"/>
            </a:lvl4pPr>
            <a:lvl5pPr latinLnBrk="0">
              <a:defRPr kumimoji="1" lang="ja-JP" sz="1400"/>
            </a:lvl5pPr>
            <a:lvl6pPr latinLnBrk="0">
              <a:defRPr kumimoji="1" lang="ja-JP" sz="1400"/>
            </a:lvl6pPr>
            <a:lvl7pPr latinLnBrk="0">
              <a:defRPr kumimoji="1" lang="ja-JP" sz="1400"/>
            </a:lvl7pPr>
            <a:lvl8pPr latinLnBrk="0">
              <a:defRPr kumimoji="1" lang="ja-JP" sz="1400"/>
            </a:lvl8pPr>
            <a:lvl9pPr latinLnBrk="0">
              <a:defRPr kumimoji="1" lang="ja-JP" sz="14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10171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画像とキャプション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065213" y="533400"/>
            <a:ext cx="4114800" cy="1524000"/>
          </a:xfrm>
        </p:spPr>
        <p:txBody>
          <a:bodyPr anchor="b">
            <a:noAutofit/>
          </a:bodyPr>
          <a:lstStyle>
            <a:lvl1pPr algn="l" latinLnBrk="0">
              <a:defRPr kumimoji="1" lang="ja-JP" sz="3600" b="1"/>
            </a:lvl1pPr>
          </a:lstStyle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画像プレースホルダー 2"/>
          <p:cNvSpPr>
            <a:spLocks noGrp="1"/>
          </p:cNvSpPr>
          <p:nvPr>
            <p:ph type="pic" idx="1"/>
          </p:nvPr>
        </p:nvSpPr>
        <p:spPr>
          <a:xfrm>
            <a:off x="5865812" y="533400"/>
            <a:ext cx="5780173" cy="5791200"/>
          </a:xfrm>
          <a:ln w="50800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 algn="ctr" latinLnBrk="0">
              <a:buNone/>
              <a:defRPr kumimoji="1" lang="ja-JP" sz="2400"/>
            </a:lvl1pPr>
            <a:lvl2pPr marL="457200" indent="0" latinLnBrk="0">
              <a:buNone/>
              <a:defRPr kumimoji="1" lang="ja-JP" sz="2800"/>
            </a:lvl2pPr>
            <a:lvl3pPr marL="914400" indent="0" latinLnBrk="0">
              <a:buNone/>
              <a:defRPr kumimoji="1" lang="ja-JP" sz="2400"/>
            </a:lvl3pPr>
            <a:lvl4pPr marL="1371600" indent="0" latinLnBrk="0">
              <a:buNone/>
              <a:defRPr kumimoji="1" lang="ja-JP" sz="2000"/>
            </a:lvl4pPr>
            <a:lvl5pPr marL="1828800" indent="0" latinLnBrk="0">
              <a:buNone/>
              <a:defRPr kumimoji="1" lang="ja-JP" sz="2000"/>
            </a:lvl5pPr>
            <a:lvl6pPr marL="2286000" indent="0" latinLnBrk="0">
              <a:buNone/>
              <a:defRPr kumimoji="1" lang="ja-JP" sz="2000"/>
            </a:lvl6pPr>
            <a:lvl7pPr marL="2743200" indent="0" latinLnBrk="0">
              <a:buNone/>
              <a:defRPr kumimoji="1" lang="ja-JP" sz="2000"/>
            </a:lvl7pPr>
            <a:lvl8pPr marL="3200400" indent="0" latinLnBrk="0">
              <a:buNone/>
              <a:defRPr kumimoji="1" lang="ja-JP" sz="2000"/>
            </a:lvl8pPr>
            <a:lvl9pPr marL="3657600" indent="0" latinLnBrk="0">
              <a:buNone/>
              <a:defRPr kumimoji="1" lang="ja-JP" sz="2000"/>
            </a:lvl9pPr>
          </a:lstStyle>
          <a:p>
            <a:endParaRPr kumimoji="1" lang="ja-JP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065213" y="2209800"/>
            <a:ext cx="411480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10000"/>
              </a:lnSpc>
              <a:spcBef>
                <a:spcPts val="600"/>
              </a:spcBef>
              <a:buNone/>
              <a:defRPr kumimoji="1" lang="ja-JP" sz="1800"/>
            </a:lvl1pPr>
            <a:lvl2pPr marL="457200" indent="0" latinLnBrk="0">
              <a:buNone/>
              <a:defRPr kumimoji="1" lang="ja-JP" sz="1200"/>
            </a:lvl2pPr>
            <a:lvl3pPr marL="914400" indent="0" latinLnBrk="0">
              <a:buNone/>
              <a:defRPr kumimoji="1" lang="ja-JP" sz="1000"/>
            </a:lvl3pPr>
            <a:lvl4pPr marL="1371600" indent="0" latinLnBrk="0">
              <a:buNone/>
              <a:defRPr kumimoji="1" lang="ja-JP" sz="900"/>
            </a:lvl4pPr>
            <a:lvl5pPr marL="1828800" indent="0" latinLnBrk="0">
              <a:buNone/>
              <a:defRPr kumimoji="1" lang="ja-JP" sz="900"/>
            </a:lvl5pPr>
            <a:lvl6pPr marL="2286000" indent="0" latinLnBrk="0">
              <a:buNone/>
              <a:defRPr kumimoji="1" lang="ja-JP" sz="900"/>
            </a:lvl6pPr>
            <a:lvl7pPr marL="2743200" indent="0" latinLnBrk="0">
              <a:buNone/>
              <a:defRPr kumimoji="1" lang="ja-JP" sz="900"/>
            </a:lvl7pPr>
            <a:lvl8pPr marL="3200400" indent="0" latinLnBrk="0">
              <a:buNone/>
              <a:defRPr kumimoji="1" lang="ja-JP" sz="900"/>
            </a:lvl8pPr>
            <a:lvl9pPr marL="3657600" indent="0" latinLnBrk="0">
              <a:buNone/>
              <a:defRPr kumimoji="1" lang="ja-JP" sz="900"/>
            </a:lvl9pPr>
          </a:lstStyle>
          <a:p>
            <a:pPr lvl="0"/>
            <a:r>
              <a:rPr kumimoji="1" lang="ja-JP" dirty="0"/>
              <a:t>マスター テキストのスタイルを編集するには、ここをクリック</a:t>
            </a:r>
          </a:p>
        </p:txBody>
      </p:sp>
    </p:spTree>
    <p:extLst>
      <p:ext uri="{BB962C8B-B14F-4D97-AF65-F5344CB8AC3E}">
        <p14:creationId xmlns:p14="http://schemas.microsoft.com/office/powerpoint/2010/main" val="141960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2668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61412" y="533400"/>
            <a:ext cx="2362201" cy="5486400"/>
          </a:xfrm>
        </p:spPr>
        <p:txBody>
          <a:bodyPr vert="eaVert"/>
          <a:lstStyle/>
          <a:p>
            <a:r>
              <a:rPr kumimoji="1" lang="ja-JP" dirty="0"/>
              <a:t>マスター タイトルのスタイルを編集するには、ここをクリック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1065213" y="533400"/>
            <a:ext cx="7467599" cy="5486400"/>
          </a:xfrm>
        </p:spPr>
        <p:txBody>
          <a:bodyPr vert="eaVert"/>
          <a:lstStyle/>
          <a:p>
            <a:pPr lvl="0"/>
            <a:r>
              <a:rPr kumimoji="1" lang="ja-JP" dirty="0"/>
              <a:t>マスター テキストのスタイルを編集するには、ここをクリック</a:t>
            </a:r>
          </a:p>
          <a:p>
            <a:pPr lvl="1"/>
            <a:r>
              <a:rPr kumimoji="1" lang="ja-JP" dirty="0"/>
              <a:t>第 2 レベル</a:t>
            </a:r>
          </a:p>
          <a:p>
            <a:pPr lvl="2"/>
            <a:r>
              <a:rPr kumimoji="1" lang="ja-JP" dirty="0"/>
              <a:t>第 3 レベル</a:t>
            </a:r>
          </a:p>
          <a:p>
            <a:pPr lvl="3"/>
            <a:r>
              <a:rPr kumimoji="1" lang="ja-JP" dirty="0"/>
              <a:t>第 4 レベル</a:t>
            </a:r>
          </a:p>
          <a:p>
            <a:pPr lvl="4"/>
            <a:r>
              <a:rPr kumimoji="1" lang="ja-JP" dirty="0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FA9E5-6744-4841-888F-9E7CC0C2B7EC}" type="datetimeFigureOut">
              <a:t>2025/8/28</a:t>
            </a:fld>
            <a:endParaRPr kumimoji="1" lang="ja-JP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t>‹#›</a:t>
            </a:fld>
            <a:endParaRPr kumimoji="1" lang="ja-JP"/>
          </a:p>
        </p:txBody>
      </p:sp>
    </p:spTree>
    <p:extLst>
      <p:ext uri="{BB962C8B-B14F-4D97-AF65-F5344CB8AC3E}">
        <p14:creationId xmlns:p14="http://schemas.microsoft.com/office/powerpoint/2010/main" val="1882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/>
              <a:t>マスター タイトルのスタイルを編集するには、ここをクリック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/>
              <a:t>マスター テキストのスタイルを編集するには、ここをクリック</a:t>
            </a:r>
          </a:p>
          <a:p>
            <a:pPr lvl="1"/>
            <a:r>
              <a:rPr kumimoji="1" lang="ja-JP"/>
              <a:t>第 2 レベル</a:t>
            </a:r>
          </a:p>
          <a:p>
            <a:pPr lvl="2"/>
            <a:r>
              <a:rPr kumimoji="1" lang="ja-JP"/>
              <a:t>第 3 レベル</a:t>
            </a:r>
          </a:p>
          <a:p>
            <a:pPr lvl="3"/>
            <a:r>
              <a:rPr kumimoji="1" lang="ja-JP"/>
              <a:t>第 4 レベル</a:t>
            </a:r>
          </a:p>
          <a:p>
            <a:pPr lvl="4"/>
            <a:r>
              <a:rPr kumimoji="1" lang="ja-JP"/>
              <a:t>第 5 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3E0FA9E5-6744-4841-888F-9E7CC0C2B7EC}" type="datetimeFigureOut">
              <a:rPr lang="en-US" altLang="ja-JP" smtClean="0"/>
              <a:pPr/>
              <a:t>8/28/2025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kumimoji="1" lang="ja-JP" sz="1000">
                <a:solidFill>
                  <a:schemeClr val="tx1">
                    <a:lumMod val="65000"/>
                    <a:lumOff val="3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defRPr>
            </a:lvl1pPr>
          </a:lstStyle>
          <a:p>
            <a:fld id="{AAEAE4A8-A6E5-453E-B946-FB774B73F48C}" type="slidenum">
              <a:rPr lang="en-US" altLang="ja-JP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97054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3600" b="1" kern="120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20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8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6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kumimoji="1" lang="ja-JP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kumimoji="1"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065213" y="1225550"/>
            <a:ext cx="9199562" cy="493341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 dirty="0">
                <a:latin typeface="Meiryo UI" charset="0"/>
                <a:ea typeface="Meiryo UI" charset="0"/>
              </a:rPr>
              <a:t>関数とは、データを使って何らかの処理をし、その結果を返す仕組み。</a:t>
            </a:r>
          </a:p>
          <a:p>
            <a:pPr marL="45720" indent="0">
              <a:buNone/>
            </a:pPr>
            <a:endParaRPr kumimoji="1" lang="ja-JP" altLang="en-US" dirty="0">
              <a:latin typeface="Meiryo UI" charset="0"/>
              <a:ea typeface="Meiryo UI" charset="0"/>
            </a:endParaRPr>
          </a:p>
          <a:p>
            <a:pPr marL="45720" indent="0">
              <a:buNone/>
            </a:pPr>
            <a:r>
              <a:rPr kumimoji="1" lang="ja-JP" altLang="en-US" b="1" u="sng" dirty="0">
                <a:latin typeface="Meiryo UI" charset="0"/>
                <a:ea typeface="Meiryo UI" charset="0"/>
              </a:rPr>
              <a:t>単一行関数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各行に対して処理を行い、行単位で結果を返す。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引数には、列名または実際の値を</a:t>
            </a:r>
            <a:r>
              <a:rPr lang="ja-JP" altLang="en-US" dirty="0">
                <a:latin typeface="Meiryo UI"/>
                <a:ea typeface="Meiryo UI"/>
              </a:rPr>
              <a:t>指定する</a:t>
            </a:r>
            <a:r>
              <a:rPr kumimoji="1" lang="ja-JP" altLang="en-US" dirty="0">
                <a:latin typeface="Meiryo UI"/>
                <a:ea typeface="Meiryo UI"/>
              </a:rPr>
              <a:t>。</a:t>
            </a:r>
          </a:p>
          <a:p>
            <a:pPr marL="45720" indent="0">
              <a:buNone/>
            </a:pPr>
            <a:r>
              <a:rPr kumimoji="1" lang="ja-JP" altLang="en-US" b="1" u="sng" dirty="0">
                <a:latin typeface="Meiryo UI"/>
                <a:ea typeface="Meiryo UI"/>
              </a:rPr>
              <a:t>グループ関数</a:t>
            </a:r>
            <a:r>
              <a:rPr kumimoji="1" lang="en-US" altLang="ja-JP" b="1" u="sng" dirty="0">
                <a:latin typeface="Meiryo UI"/>
                <a:ea typeface="Meiryo UI"/>
              </a:rPr>
              <a:t>(</a:t>
            </a:r>
            <a:r>
              <a:rPr kumimoji="1" lang="ja-JP" altLang="en-US" b="1" u="sng" dirty="0">
                <a:latin typeface="Meiryo UI"/>
                <a:ea typeface="Meiryo UI"/>
              </a:rPr>
              <a:t>集計関数</a:t>
            </a:r>
            <a:r>
              <a:rPr kumimoji="1" lang="en-US" altLang="ja-JP" b="1" u="sng" dirty="0">
                <a:latin typeface="Meiryo UI"/>
                <a:ea typeface="Meiryo UI"/>
              </a:rPr>
              <a:t>)</a:t>
            </a:r>
            <a:endParaRPr kumimoji="1" lang="ja-JP" altLang="en-US" b="1" u="sng" dirty="0">
              <a:latin typeface="Meiryo UI"/>
              <a:ea typeface="Meiryo UI"/>
            </a:endParaRP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複数の行を</a:t>
            </a:r>
            <a:r>
              <a:rPr kumimoji="1" lang="en-US" altLang="ja-JP" dirty="0">
                <a:latin typeface="Meiryo UI"/>
                <a:ea typeface="Meiryo UI"/>
              </a:rPr>
              <a:t>1</a:t>
            </a:r>
            <a:r>
              <a:rPr kumimoji="1" lang="ja-JP" altLang="en-US" dirty="0">
                <a:latin typeface="Meiryo UI"/>
                <a:ea typeface="Meiryo UI"/>
              </a:rPr>
              <a:t>グループとして処理を行い、１つの結果を返す。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引数には列名を</a:t>
            </a:r>
            <a:r>
              <a:rPr lang="ja-JP" altLang="en-US" dirty="0">
                <a:latin typeface="Meiryo UI"/>
                <a:ea typeface="Meiryo UI"/>
              </a:rPr>
              <a:t>指定</a:t>
            </a:r>
            <a:r>
              <a:rPr kumimoji="1" lang="ja-JP" altLang="en-US" dirty="0">
                <a:latin typeface="Meiryo UI"/>
                <a:ea typeface="Meiryo UI"/>
              </a:rPr>
              <a:t>する。</a:t>
            </a:r>
          </a:p>
          <a:p>
            <a:pPr marL="45720" indent="0">
              <a:buNone/>
            </a:pPr>
            <a:r>
              <a:rPr kumimoji="1" lang="ja-JP" altLang="en-US" dirty="0">
                <a:latin typeface="Meiryo UI"/>
                <a:ea typeface="Meiryo UI"/>
              </a:rPr>
              <a:t>　</a:t>
            </a:r>
            <a:endParaRPr kumimoji="1" lang="ja-JP" b="1" u="sng" dirty="0">
              <a:latin typeface="Meiryo UI"/>
              <a:ea typeface="Meiryo UI"/>
            </a:endParaRPr>
          </a:p>
        </p:txBody>
      </p:sp>
      <p:sp>
        <p:nvSpPr>
          <p:cNvPr id="13" name="タイトル 12"/>
          <p:cNvSpPr>
            <a:spLocks noGrp="1"/>
          </p:cNvSpPr>
          <p:nvPr>
            <p:ph type="title"/>
          </p:nvPr>
        </p:nvSpPr>
        <p:spPr>
          <a:xfrm>
            <a:off x="1065213" y="533400"/>
            <a:ext cx="8686800" cy="538529"/>
          </a:xfrm>
        </p:spPr>
        <p:txBody>
          <a:bodyPr/>
          <a:lstStyle/>
          <a:p>
            <a:r>
              <a:rPr kumimoji="1" lang="ja-JP" altLang="en-US" sz="28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関数</a:t>
            </a:r>
            <a:endParaRPr kumimoji="1" lang="ja-JP" sz="28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" name="フローチャート: 処理 1">
            <a:extLst>
              <a:ext uri="{FF2B5EF4-FFF2-40B4-BE49-F238E27FC236}">
                <a16:creationId xmlns:a16="http://schemas.microsoft.com/office/drawing/2014/main" id="{60317831-1CCA-7D67-535C-30B6D3D87CA8}"/>
              </a:ext>
            </a:extLst>
          </p:cNvPr>
          <p:cNvSpPr/>
          <p:nvPr/>
        </p:nvSpPr>
        <p:spPr>
          <a:xfrm>
            <a:off x="1141412" y="3657600"/>
            <a:ext cx="6324600" cy="1600200"/>
          </a:xfrm>
          <a:prstGeom prst="flowChartProcess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0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/>
          <p:cNvSpPr>
            <a:spLocks noGrp="1"/>
          </p:cNvSpPr>
          <p:nvPr>
            <p:ph sz="half" idx="1"/>
          </p:nvPr>
        </p:nvSpPr>
        <p:spPr>
          <a:xfrm>
            <a:off x="1114425" y="773113"/>
            <a:ext cx="9485313" cy="530516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kumimoji="1" lang="ja-JP" altLang="en-US">
                <a:latin typeface="Meiryo UI" charset="0"/>
                <a:ea typeface="Meiryo UI" charset="0"/>
              </a:rPr>
              <a:t>　</a:t>
            </a:r>
            <a:endParaRPr kumimoji="1" lang="ja-JP">
              <a:latin typeface="Meiryo UI" charset="0"/>
              <a:ea typeface="Meiryo UI" charset="0"/>
            </a:endParaRPr>
          </a:p>
        </p:txBody>
      </p:sp>
      <p:pic>
        <p:nvPicPr>
          <p:cNvPr id="2" name="図 1" descr="関数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662" y="948920"/>
            <a:ext cx="10202485" cy="490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9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コントラストにより注目を集めるビジネス用プレゼンテーション (16x9)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usinessContrast">
      <a:dk1>
        <a:srgbClr val="000000"/>
      </a:dk1>
      <a:lt1>
        <a:sysClr val="window" lastClr="FFFFFF"/>
      </a:lt1>
      <a:dk2>
        <a:srgbClr val="000000"/>
      </a:dk2>
      <a:lt2>
        <a:srgbClr val="E5E8E8"/>
      </a:lt2>
      <a:accent1>
        <a:srgbClr val="00AEEF"/>
      </a:accent1>
      <a:accent2>
        <a:srgbClr val="EA428A"/>
      </a:accent2>
      <a:accent3>
        <a:srgbClr val="EED500"/>
      </a:accent3>
      <a:accent4>
        <a:srgbClr val="F5A70D"/>
      </a:accent4>
      <a:accent5>
        <a:srgbClr val="8BCB30"/>
      </a:accent5>
      <a:accent6>
        <a:srgbClr val="9962C1"/>
      </a:accent6>
      <a:hlink>
        <a:srgbClr val="00AEEF"/>
      </a:hlink>
      <a:folHlink>
        <a:srgbClr val="9962C1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この値は保存または変更の回数を示します。変更後は必ずアプリケーションによってこの値が更新されます。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150CD3-A6AC-414D-9560-715EC9E31BA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963E73-FDB1-44AE-BA76-746BBD659F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2B73376-B181-4668-84FF-A62668D48FE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92</Words>
  <Application>Microsoft Office PowerPoint</Application>
  <PresentationFormat>ユーザー設定</PresentationFormat>
  <Paragraphs>13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Meiryo UI</vt:lpstr>
      <vt:lpstr>Arial</vt:lpstr>
      <vt:lpstr>Franklin Gothic Medium</vt:lpstr>
      <vt:lpstr>コントラストにより注目を集めるビジネス用プレゼンテーション (16x9)</vt:lpstr>
      <vt:lpstr>関数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タイトル レイアウト</dc:title>
  <dc:creator>Summer</dc:creator>
  <cp:lastModifiedBy>administrator</cp:lastModifiedBy>
  <cp:revision>92</cp:revision>
  <dcterms:created xsi:type="dcterms:W3CDTF">2013-04-05T19:55:11Z</dcterms:created>
  <dcterms:modified xsi:type="dcterms:W3CDTF">2025-08-28T07:00:37Z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sMyDocuments">
    <vt:bool>true</vt:bool>
  </property>
</Properties>
</file>