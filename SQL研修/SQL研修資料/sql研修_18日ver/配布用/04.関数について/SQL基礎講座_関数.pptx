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handoutMasterIdLst>
    <p:handoutMasterId r:id="rId9"/>
  </p:handoutMasterIdLst>
  <p:sldIdLst>
    <p:sldId id="294" r:id="rId5"/>
    <p:sldId id="298" r:id="rId6"/>
    <p:sldId id="281" r:id="rId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8"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howGuides="1">
      <p:cViewPr varScale="1">
        <p:scale>
          <a:sx n="82" d="100"/>
          <a:sy n="82" d="100"/>
        </p:scale>
        <p:origin x="691"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kumimoji="1" lang="ja-JP" sz="1200"/>
            </a:lvl1pPr>
          </a:lstStyle>
          <a:p>
            <a:endParaRPr kumimoji="1" lang="ja-JP"/>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kumimoji="1" lang="ja-JP" sz="1200"/>
            </a:lvl1pPr>
          </a:lstStyle>
          <a:p>
            <a:fld id="{24CE221E-83ED-4F6C-BA5F-3F9E6FDB6953}" type="datetimeFigureOut">
              <a:rPr kumimoji="1" lang="en-US" altLang="ja-JP"/>
              <a:t>8/28/2025</a:t>
            </a:fld>
            <a:endParaRPr kumimoji="1" lang="ja-JP"/>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kumimoji="1" lang="ja-JP" sz="1200"/>
            </a:lvl1pPr>
          </a:lstStyle>
          <a:p>
            <a:endParaRPr kumimoji="1" lang="ja-JP"/>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kumimoji="1" lang="ja-JP" sz="1200"/>
            </a:lvl1pPr>
          </a:lstStyle>
          <a:p>
            <a:fld id="{CA4CBEF8-5CDE-472B-839B-B8BB0C881006}" type="slidenum">
              <a:rPr kumimoji="1" lang="en-US" altLang="ja-JP"/>
              <a:t>‹#›</a:t>
            </a:fld>
            <a:endParaRPr kumimoji="1" lang="ja-JP"/>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kumimoji="1" lang="ja-JP" sz="1200"/>
            </a:lvl1pPr>
          </a:lstStyle>
          <a:p>
            <a:endParaRPr kumimoji="1" lang="ja-JP"/>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kumimoji="1" lang="ja-JP" sz="1200"/>
            </a:lvl1pPr>
          </a:lstStyle>
          <a:p>
            <a:fld id="{97853E5F-CE67-483C-A264-F17AC70E9CA2}" type="datetimeFigureOut">
              <a:t>2025/8/28</a:t>
            </a:fld>
            <a:endParaRPr kumimoji="1" lang="ja-JP"/>
          </a:p>
        </p:txBody>
      </p:sp>
      <p:sp>
        <p:nvSpPr>
          <p:cNvPr id="4" name="スライド イメージ プレースホルダー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kumimoji="1" lang="ja-JP"/>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t>マスター テキストのスタイルを編集するには、ここをクリック</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kumimoji="1" lang="ja-JP" sz="1200"/>
            </a:lvl1pPr>
          </a:lstStyle>
          <a:p>
            <a:endParaRPr kumimoji="1" lang="ja-JP"/>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kumimoji="1" lang="ja-JP" sz="1200"/>
            </a:lvl1pPr>
          </a:lstStyle>
          <a:p>
            <a:fld id="{6BB98AFB-CB0D-4DFE-87B9-B4B0D0DE73CD}" type="slidenum">
              <a:t>‹#›</a:t>
            </a:fld>
            <a:endParaRPr kumimoji="1" lang="ja-JP"/>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lang="ja-JP" sz="1200" kern="1200">
        <a:solidFill>
          <a:schemeClr val="tx1"/>
        </a:solidFill>
        <a:latin typeface="+mn-lt"/>
        <a:ea typeface="+mn-ea"/>
        <a:cs typeface="+mn-cs"/>
      </a:defRPr>
    </a:lvl1pPr>
    <a:lvl2pPr marL="457200" algn="l" defTabSz="914400" rtl="0" eaLnBrk="1" latinLnBrk="0" hangingPunct="1">
      <a:defRPr kumimoji="1" lang="ja-JP" sz="1200" kern="1200">
        <a:solidFill>
          <a:schemeClr val="tx1"/>
        </a:solidFill>
        <a:latin typeface="+mn-lt"/>
        <a:ea typeface="+mn-ea"/>
        <a:cs typeface="+mn-cs"/>
      </a:defRPr>
    </a:lvl2pPr>
    <a:lvl3pPr marL="914400" algn="l" defTabSz="914400" rtl="0" eaLnBrk="1" latinLnBrk="0" hangingPunct="1">
      <a:defRPr kumimoji="1" lang="ja-JP" sz="1200" kern="1200">
        <a:solidFill>
          <a:schemeClr val="tx1"/>
        </a:solidFill>
        <a:latin typeface="+mn-lt"/>
        <a:ea typeface="+mn-ea"/>
        <a:cs typeface="+mn-cs"/>
      </a:defRPr>
    </a:lvl3pPr>
    <a:lvl4pPr marL="1371600" algn="l" defTabSz="914400" rtl="0" eaLnBrk="1" latinLnBrk="0" hangingPunct="1">
      <a:defRPr kumimoji="1" lang="ja-JP" sz="1200" kern="1200">
        <a:solidFill>
          <a:schemeClr val="tx1"/>
        </a:solidFill>
        <a:latin typeface="+mn-lt"/>
        <a:ea typeface="+mn-ea"/>
        <a:cs typeface="+mn-cs"/>
      </a:defRPr>
    </a:lvl4pPr>
    <a:lvl5pPr marL="1828800" algn="l" defTabSz="914400" rtl="0" eaLnBrk="1" latinLnBrk="0" hangingPunct="1">
      <a:defRPr kumimoji="1" lang="ja-JP" sz="1200" kern="1200">
        <a:solidFill>
          <a:schemeClr val="tx1"/>
        </a:solidFill>
        <a:latin typeface="+mn-lt"/>
        <a:ea typeface="+mn-ea"/>
        <a:cs typeface="+mn-cs"/>
      </a:defRPr>
    </a:lvl5pPr>
    <a:lvl6pPr marL="2286000" algn="l" defTabSz="914400" rtl="0" eaLnBrk="1" latinLnBrk="0" hangingPunct="1">
      <a:defRPr kumimoji="1" lang="ja-JP" sz="1200" kern="1200">
        <a:solidFill>
          <a:schemeClr val="tx1"/>
        </a:solidFill>
        <a:latin typeface="+mn-lt"/>
        <a:ea typeface="+mn-ea"/>
        <a:cs typeface="+mn-cs"/>
      </a:defRPr>
    </a:lvl6pPr>
    <a:lvl7pPr marL="2743200" algn="l" defTabSz="914400" rtl="0" eaLnBrk="1" latinLnBrk="0" hangingPunct="1">
      <a:defRPr kumimoji="1" lang="ja-JP" sz="1200" kern="1200">
        <a:solidFill>
          <a:schemeClr val="tx1"/>
        </a:solidFill>
        <a:latin typeface="+mn-lt"/>
        <a:ea typeface="+mn-ea"/>
        <a:cs typeface="+mn-cs"/>
      </a:defRPr>
    </a:lvl7pPr>
    <a:lvl8pPr marL="3200400" algn="l" defTabSz="914400" rtl="0" eaLnBrk="1" latinLnBrk="0" hangingPunct="1">
      <a:defRPr kumimoji="1" lang="ja-JP" sz="1200" kern="1200">
        <a:solidFill>
          <a:schemeClr val="tx1"/>
        </a:solidFill>
        <a:latin typeface="+mn-lt"/>
        <a:ea typeface="+mn-ea"/>
        <a:cs typeface="+mn-cs"/>
      </a:defRPr>
    </a:lvl8pPr>
    <a:lvl9pPr marL="3657600" algn="l" defTabSz="914400" rtl="0" eaLnBrk="1" latinLnBrk="0" hangingPunct="1">
      <a:defRPr kumimoji="1" lang="ja-JP"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10"/>
          </p:nvPr>
        </p:nvSpPr>
        <p:spPr/>
        <p:txBody>
          <a:bodyPr/>
          <a:lstStyle/>
          <a:p>
            <a:fld id="{6BB98AFB-CB0D-4DFE-87B9-B4B0D0DE73CD}" type="slidenum">
              <a:rPr lang="en-US" altLang="ja-JP"/>
              <a:t>1</a:t>
            </a:fld>
            <a:endParaRPr kumimoji="1" lang="ja-JP" altLang="en-US"/>
          </a:p>
        </p:txBody>
      </p:sp>
    </p:spTree>
    <p:extLst>
      <p:ext uri="{BB962C8B-B14F-4D97-AF65-F5344CB8AC3E}">
        <p14:creationId xmlns:p14="http://schemas.microsoft.com/office/powerpoint/2010/main" val="3432412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10"/>
          </p:nvPr>
        </p:nvSpPr>
        <p:spPr/>
        <p:txBody>
          <a:bodyPr/>
          <a:lstStyle/>
          <a:p>
            <a:fld id="{6BB98AFB-CB0D-4DFE-87B9-B4B0D0DE73CD}" type="slidenum">
              <a:rPr lang="en-US" altLang="ja-JP"/>
              <a:t>3</a:t>
            </a:fld>
            <a:endParaRPr kumimoji="1" lang="ja-JP" altLang="en-US"/>
          </a:p>
        </p:txBody>
      </p:sp>
    </p:spTree>
    <p:extLst>
      <p:ext uri="{BB962C8B-B14F-4D97-AF65-F5344CB8AC3E}">
        <p14:creationId xmlns:p14="http://schemas.microsoft.com/office/powerpoint/2010/main" val="27310223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65214" y="533400"/>
            <a:ext cx="5029200" cy="2514601"/>
          </a:xfrm>
        </p:spPr>
        <p:txBody>
          <a:bodyPr>
            <a:normAutofit/>
          </a:bodyPr>
          <a:lstStyle>
            <a:lvl1pPr latinLnBrk="0">
              <a:defRPr kumimoji="1" lang="ja-JP" sz="5400">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t>マスター タイトルのスタイルを編集するには、ここをクリック</a:t>
            </a:r>
          </a:p>
        </p:txBody>
      </p:sp>
      <p:sp>
        <p:nvSpPr>
          <p:cNvPr id="3" name="サブタイトル 2"/>
          <p:cNvSpPr>
            <a:spLocks noGrp="1"/>
          </p:cNvSpPr>
          <p:nvPr>
            <p:ph type="subTitle" idx="1"/>
          </p:nvPr>
        </p:nvSpPr>
        <p:spPr>
          <a:xfrm>
            <a:off x="1065212" y="3403600"/>
            <a:ext cx="5029201" cy="1397000"/>
          </a:xfrm>
        </p:spPr>
        <p:txBody>
          <a:bodyPr>
            <a:normAutofit/>
          </a:bodyPr>
          <a:lstStyle>
            <a:lvl1pPr marL="0" indent="0" algn="l" latinLnBrk="0">
              <a:spcBef>
                <a:spcPts val="600"/>
              </a:spcBef>
              <a:buNone/>
              <a:defRPr kumimoji="1" lang="ja-JP" sz="24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457200" indent="0" algn="ctr" latinLnBrk="0">
              <a:buNone/>
              <a:defRPr kumimoji="1" lang="ja-JP">
                <a:solidFill>
                  <a:schemeClr val="tx1">
                    <a:tint val="75000"/>
                  </a:schemeClr>
                </a:solidFill>
              </a:defRPr>
            </a:lvl2pPr>
            <a:lvl3pPr marL="914400" indent="0" algn="ctr" latinLnBrk="0">
              <a:buNone/>
              <a:defRPr kumimoji="1" lang="ja-JP">
                <a:solidFill>
                  <a:schemeClr val="tx1">
                    <a:tint val="75000"/>
                  </a:schemeClr>
                </a:solidFill>
              </a:defRPr>
            </a:lvl3pPr>
            <a:lvl4pPr marL="1371600" indent="0" algn="ctr" latinLnBrk="0">
              <a:buNone/>
              <a:defRPr kumimoji="1" lang="ja-JP">
                <a:solidFill>
                  <a:schemeClr val="tx1">
                    <a:tint val="75000"/>
                  </a:schemeClr>
                </a:solidFill>
              </a:defRPr>
            </a:lvl4pPr>
            <a:lvl5pPr marL="1828800" indent="0" algn="ctr" latinLnBrk="0">
              <a:buNone/>
              <a:defRPr kumimoji="1" lang="ja-JP">
                <a:solidFill>
                  <a:schemeClr val="tx1">
                    <a:tint val="75000"/>
                  </a:schemeClr>
                </a:solidFill>
              </a:defRPr>
            </a:lvl5pPr>
            <a:lvl6pPr marL="2286000" indent="0" algn="ctr" latinLnBrk="0">
              <a:buNone/>
              <a:defRPr kumimoji="1" lang="ja-JP">
                <a:solidFill>
                  <a:schemeClr val="tx1">
                    <a:tint val="75000"/>
                  </a:schemeClr>
                </a:solidFill>
              </a:defRPr>
            </a:lvl6pPr>
            <a:lvl7pPr marL="2743200" indent="0" algn="ctr" latinLnBrk="0">
              <a:buNone/>
              <a:defRPr kumimoji="1" lang="ja-JP">
                <a:solidFill>
                  <a:schemeClr val="tx1">
                    <a:tint val="75000"/>
                  </a:schemeClr>
                </a:solidFill>
              </a:defRPr>
            </a:lvl7pPr>
            <a:lvl8pPr marL="3200400" indent="0" algn="ctr" latinLnBrk="0">
              <a:buNone/>
              <a:defRPr kumimoji="1" lang="ja-JP">
                <a:solidFill>
                  <a:schemeClr val="tx1">
                    <a:tint val="75000"/>
                  </a:schemeClr>
                </a:solidFill>
              </a:defRPr>
            </a:lvl8pPr>
            <a:lvl9pPr marL="3657600" indent="0" algn="ctr" latinLnBrk="0">
              <a:buNone/>
              <a:defRPr kumimoji="1" lang="ja-JP">
                <a:solidFill>
                  <a:schemeClr val="tx1">
                    <a:tint val="75000"/>
                  </a:schemeClr>
                </a:solidFill>
              </a:defRPr>
            </a:lvl9pPr>
          </a:lstStyle>
          <a:p>
            <a:r>
              <a:rPr kumimoji="1" lang="ja-JP"/>
              <a:t>マスター サブタイトルのスタイルを編集するには、ここをクリック</a:t>
            </a:r>
          </a:p>
        </p:txBody>
      </p:sp>
      <p:sp>
        <p:nvSpPr>
          <p:cNvPr id="4" name="日付プレースホルダー 3"/>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3E0FA9E5-6744-4841-888F-9E7CC0C2B7EC}" type="datetimeFigureOut">
              <a:rPr lang="en-US" altLang="ja-JP" smtClean="0"/>
              <a:pPr/>
              <a:t>8/28/2025</a:t>
            </a:fld>
            <a:endParaRPr lang="ja-JP" altLang="en-US"/>
          </a:p>
        </p:txBody>
      </p:sp>
      <p:sp>
        <p:nvSpPr>
          <p:cNvPr id="5" name="フッター プレースホルダー 4"/>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a:p>
        </p:txBody>
      </p:sp>
      <p:sp>
        <p:nvSpPr>
          <p:cNvPr id="6" name="スライド番号プレースホルダー 5"/>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AAEAE4A8-A6E5-453E-B946-FB774B73F48C}" type="slidenum">
              <a:rPr lang="en-US" altLang="ja-JP" smtClean="0"/>
              <a:pPr/>
              <a:t>‹#›</a:t>
            </a:fld>
            <a:endParaRPr lang="en-US" altLang="ja-JP"/>
          </a:p>
        </p:txBody>
      </p:sp>
    </p:spTree>
    <p:extLst>
      <p:ext uri="{BB962C8B-B14F-4D97-AF65-F5344CB8AC3E}">
        <p14:creationId xmlns:p14="http://schemas.microsoft.com/office/powerpoint/2010/main" val="66475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dirty="0"/>
              <a:t>マスター タイトルのスタイルを編集するには、ここをクリック</a:t>
            </a:r>
          </a:p>
        </p:txBody>
      </p:sp>
      <p:sp>
        <p:nvSpPr>
          <p:cNvPr id="3" name="コンテンツ プレースホルダー 2"/>
          <p:cNvSpPr>
            <a:spLocks noGrp="1"/>
          </p:cNvSpPr>
          <p:nvPr>
            <p:ph idx="1"/>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vl2pPr>
              <a:defRPr>
                <a:latin typeface="Meiryo UI" panose="020B0604030504040204" pitchFamily="50" charset="-128"/>
                <a:ea typeface="Meiryo UI" panose="020B0604030504040204" pitchFamily="50" charset="-128"/>
                <a:cs typeface="Meiryo UI" panose="020B0604030504040204" pitchFamily="50" charset="-128"/>
              </a:defRPr>
            </a:lvl2pPr>
            <a:lvl3pPr>
              <a:defRPr>
                <a:latin typeface="Meiryo UI" panose="020B0604030504040204" pitchFamily="50" charset="-128"/>
                <a:ea typeface="Meiryo UI" panose="020B0604030504040204" pitchFamily="50" charset="-128"/>
                <a:cs typeface="Meiryo UI" panose="020B0604030504040204" pitchFamily="50" charset="-128"/>
              </a:defRPr>
            </a:lvl3pPr>
            <a:lvl4pPr>
              <a:defRPr>
                <a:latin typeface="Meiryo UI" panose="020B0604030504040204" pitchFamily="50" charset="-128"/>
                <a:ea typeface="Meiryo UI" panose="020B0604030504040204" pitchFamily="50" charset="-128"/>
                <a:cs typeface="Meiryo UI" panose="020B0604030504040204" pitchFamily="50" charset="-128"/>
              </a:defRPr>
            </a:lvl4pPr>
            <a:lvl5pPr>
              <a:defRPr>
                <a:latin typeface="Meiryo UI" panose="020B0604030504040204" pitchFamily="50" charset="-128"/>
                <a:ea typeface="Meiryo UI" panose="020B0604030504040204" pitchFamily="50" charset="-128"/>
                <a:cs typeface="Meiryo UI" panose="020B0604030504040204" pitchFamily="50" charset="-128"/>
              </a:defRPr>
            </a:lvl5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日付プレースホルダー 3"/>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3E0FA9E5-6744-4841-888F-9E7CC0C2B7EC}" type="datetimeFigureOut">
              <a:rPr lang="en-US" altLang="ja-JP" smtClean="0"/>
              <a:pPr/>
              <a:t>8/28/2025</a:t>
            </a:fld>
            <a:endParaRPr lang="ja-JP" altLang="en-US"/>
          </a:p>
        </p:txBody>
      </p:sp>
      <p:sp>
        <p:nvSpPr>
          <p:cNvPr id="5" name="フッター プレースホルダー 4"/>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p>
        </p:txBody>
      </p:sp>
      <p:sp>
        <p:nvSpPr>
          <p:cNvPr id="6" name="スライド番号プレースホルダー 5"/>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AAEAE4A8-A6E5-453E-B946-FB774B73F48C}" type="slidenum">
              <a:rPr lang="en-US" altLang="ja-JP" smtClean="0"/>
              <a:pPr/>
              <a:t>‹#›</a:t>
            </a:fld>
            <a:endParaRPr lang="en-US" altLang="ja-JP"/>
          </a:p>
        </p:txBody>
      </p:sp>
    </p:spTree>
    <p:extLst>
      <p:ext uri="{BB962C8B-B14F-4D97-AF65-F5344CB8AC3E}">
        <p14:creationId xmlns:p14="http://schemas.microsoft.com/office/powerpoint/2010/main" val="242915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065214" y="533400"/>
            <a:ext cx="8686800" cy="2286000"/>
          </a:xfrm>
        </p:spPr>
        <p:txBody>
          <a:bodyPr anchor="b">
            <a:normAutofit/>
          </a:bodyPr>
          <a:lstStyle>
            <a:lvl1pPr algn="l" latinLnBrk="0">
              <a:defRPr kumimoji="1" lang="ja-JP" sz="5400" b="1" cap="none" baseline="0"/>
            </a:lvl1pPr>
          </a:lstStyle>
          <a:p>
            <a:r>
              <a:rPr kumimoji="1" lang="ja-JP" dirty="0"/>
              <a:t>マスター タイトルのスタイルを編集するには、ここをクリック</a:t>
            </a:r>
          </a:p>
        </p:txBody>
      </p:sp>
      <p:sp>
        <p:nvSpPr>
          <p:cNvPr id="3" name="テキスト プレースホルダー 2"/>
          <p:cNvSpPr>
            <a:spLocks noGrp="1"/>
          </p:cNvSpPr>
          <p:nvPr>
            <p:ph type="body" idx="1"/>
          </p:nvPr>
        </p:nvSpPr>
        <p:spPr>
          <a:xfrm>
            <a:off x="1065214" y="3124200"/>
            <a:ext cx="8686800" cy="1371600"/>
          </a:xfrm>
        </p:spPr>
        <p:txBody>
          <a:bodyPr anchor="t">
            <a:normAutofit/>
          </a:bodyPr>
          <a:lstStyle>
            <a:lvl1pPr marL="0" indent="0" latinLnBrk="0">
              <a:spcBef>
                <a:spcPts val="600"/>
              </a:spcBef>
              <a:buNone/>
              <a:defRPr kumimoji="1" lang="ja-JP" sz="2400">
                <a:solidFill>
                  <a:schemeClr val="tx1">
                    <a:lumMod val="65000"/>
                    <a:lumOff val="35000"/>
                  </a:schemeClr>
                </a:solidFill>
              </a:defRPr>
            </a:lvl1pPr>
            <a:lvl2pPr marL="457200" indent="0" latinLnBrk="0">
              <a:buNone/>
              <a:defRPr kumimoji="1" lang="ja-JP" sz="1800">
                <a:solidFill>
                  <a:schemeClr val="tx1">
                    <a:tint val="75000"/>
                  </a:schemeClr>
                </a:solidFill>
              </a:defRPr>
            </a:lvl2pPr>
            <a:lvl3pPr marL="914400" indent="0" latinLnBrk="0">
              <a:buNone/>
              <a:defRPr kumimoji="1" lang="ja-JP" sz="1600">
                <a:solidFill>
                  <a:schemeClr val="tx1">
                    <a:tint val="75000"/>
                  </a:schemeClr>
                </a:solidFill>
              </a:defRPr>
            </a:lvl3pPr>
            <a:lvl4pPr marL="1371600" indent="0" latinLnBrk="0">
              <a:buNone/>
              <a:defRPr kumimoji="1" lang="ja-JP" sz="1400">
                <a:solidFill>
                  <a:schemeClr val="tx1">
                    <a:tint val="75000"/>
                  </a:schemeClr>
                </a:solidFill>
              </a:defRPr>
            </a:lvl4pPr>
            <a:lvl5pPr marL="1828800" indent="0" latinLnBrk="0">
              <a:buNone/>
              <a:defRPr kumimoji="1" lang="ja-JP" sz="1400">
                <a:solidFill>
                  <a:schemeClr val="tx1">
                    <a:tint val="75000"/>
                  </a:schemeClr>
                </a:solidFill>
              </a:defRPr>
            </a:lvl5pPr>
            <a:lvl6pPr marL="2286000" indent="0" latinLnBrk="0">
              <a:buNone/>
              <a:defRPr kumimoji="1" lang="ja-JP" sz="1400">
                <a:solidFill>
                  <a:schemeClr val="tx1">
                    <a:tint val="75000"/>
                  </a:schemeClr>
                </a:solidFill>
              </a:defRPr>
            </a:lvl6pPr>
            <a:lvl7pPr marL="2743200" indent="0" latinLnBrk="0">
              <a:buNone/>
              <a:defRPr kumimoji="1" lang="ja-JP" sz="1400">
                <a:solidFill>
                  <a:schemeClr val="tx1">
                    <a:tint val="75000"/>
                  </a:schemeClr>
                </a:solidFill>
              </a:defRPr>
            </a:lvl7pPr>
            <a:lvl8pPr marL="3200400" indent="0" latinLnBrk="0">
              <a:buNone/>
              <a:defRPr kumimoji="1" lang="ja-JP" sz="1400">
                <a:solidFill>
                  <a:schemeClr val="tx1">
                    <a:tint val="75000"/>
                  </a:schemeClr>
                </a:solidFill>
              </a:defRPr>
            </a:lvl8pPr>
            <a:lvl9pPr marL="3657600" indent="0" latinLnBrk="0">
              <a:buNone/>
              <a:defRPr kumimoji="1" lang="ja-JP" sz="1400">
                <a:solidFill>
                  <a:schemeClr val="tx1">
                    <a:tint val="75000"/>
                  </a:schemeClr>
                </a:solidFill>
              </a:defRPr>
            </a:lvl9pPr>
          </a:lstStyle>
          <a:p>
            <a:pPr lvl="0"/>
            <a:r>
              <a:rPr kumimoji="1" lang="ja-JP" dirty="0"/>
              <a:t>マスター テキストのスタイルを編集するには、ここをクリック</a:t>
            </a:r>
          </a:p>
        </p:txBody>
      </p:sp>
      <p:sp>
        <p:nvSpPr>
          <p:cNvPr id="4" name="日付プレースホルダー 3"/>
          <p:cNvSpPr>
            <a:spLocks noGrp="1"/>
          </p:cNvSpPr>
          <p:nvPr>
            <p:ph type="dt" sz="half" idx="10"/>
          </p:nvPr>
        </p:nvSpPr>
        <p:spPr/>
        <p:txBody>
          <a:bodyPr/>
          <a:lstStyle/>
          <a:p>
            <a:fld id="{3E0FA9E5-6744-4841-888F-9E7CC0C2B7EC}" type="datetimeFigureOut">
              <a:t>2025/8/28</a:t>
            </a:fld>
            <a:endParaRPr kumimoji="1" lang="ja-JP" dirty="0"/>
          </a:p>
        </p:txBody>
      </p:sp>
      <p:sp>
        <p:nvSpPr>
          <p:cNvPr id="5" name="フッター プレースホルダー 4"/>
          <p:cNvSpPr>
            <a:spLocks noGrp="1"/>
          </p:cNvSpPr>
          <p:nvPr>
            <p:ph type="ftr" sz="quarter" idx="11"/>
          </p:nvPr>
        </p:nvSpPr>
        <p:spPr/>
        <p:txBody>
          <a:bodyPr/>
          <a:lstStyle/>
          <a:p>
            <a:endParaRPr kumimoji="1" lang="ja-JP" dirty="0"/>
          </a:p>
        </p:txBody>
      </p:sp>
      <p:sp>
        <p:nvSpPr>
          <p:cNvPr id="6" name="スライド番号プレースホルダー 5"/>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370133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dirty="0"/>
              <a:t>マスター タイトルのスタイルを編集するには、ここをクリック</a:t>
            </a:r>
          </a:p>
        </p:txBody>
      </p:sp>
      <p:sp>
        <p:nvSpPr>
          <p:cNvPr id="3" name="コンテンツ プレースホルダー 2"/>
          <p:cNvSpPr>
            <a:spLocks noGrp="1"/>
          </p:cNvSpPr>
          <p:nvPr>
            <p:ph sz="half" idx="1"/>
          </p:nvPr>
        </p:nvSpPr>
        <p:spPr>
          <a:xfrm>
            <a:off x="1065212" y="1828800"/>
            <a:ext cx="4251960" cy="4191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コンテンツ プレースホルダー 3"/>
          <p:cNvSpPr>
            <a:spLocks noGrp="1"/>
          </p:cNvSpPr>
          <p:nvPr>
            <p:ph sz="half" idx="2"/>
          </p:nvPr>
        </p:nvSpPr>
        <p:spPr>
          <a:xfrm>
            <a:off x="5464598" y="1828800"/>
            <a:ext cx="4251960" cy="4191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5" name="日付プレースホルダー 4"/>
          <p:cNvSpPr>
            <a:spLocks noGrp="1"/>
          </p:cNvSpPr>
          <p:nvPr>
            <p:ph type="dt" sz="half" idx="10"/>
          </p:nvPr>
        </p:nvSpPr>
        <p:spPr/>
        <p:txBody>
          <a:bodyPr/>
          <a:lstStyle/>
          <a:p>
            <a:fld id="{3E0FA9E5-6744-4841-888F-9E7CC0C2B7EC}" type="datetimeFigureOut">
              <a:t>2025/8/28</a:t>
            </a:fld>
            <a:endParaRPr kumimoji="1" lang="ja-JP"/>
          </a:p>
        </p:txBody>
      </p:sp>
      <p:sp>
        <p:nvSpPr>
          <p:cNvPr id="6" name="フッター プレースホルダー 5"/>
          <p:cNvSpPr>
            <a:spLocks noGrp="1"/>
          </p:cNvSpPr>
          <p:nvPr>
            <p:ph type="ftr" sz="quarter" idx="11"/>
          </p:nvPr>
        </p:nvSpPr>
        <p:spPr/>
        <p:txBody>
          <a:bodyPr/>
          <a:lstStyle/>
          <a:p>
            <a:endParaRPr kumimoji="1" lang="ja-JP"/>
          </a:p>
        </p:txBody>
      </p:sp>
      <p:sp>
        <p:nvSpPr>
          <p:cNvPr id="7" name="スライド番号プレースホルダー 6"/>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341370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latinLnBrk="0">
              <a:defRPr kumimoji="1" lang="ja-JP"/>
            </a:lvl1pPr>
          </a:lstStyle>
          <a:p>
            <a:r>
              <a:rPr kumimoji="1" lang="ja-JP" dirty="0"/>
              <a:t>マスター タイトルのスタイルを編集するには、ここをクリック</a:t>
            </a:r>
          </a:p>
        </p:txBody>
      </p:sp>
      <p:sp>
        <p:nvSpPr>
          <p:cNvPr id="3" name="テキスト プレースホルダー 2"/>
          <p:cNvSpPr>
            <a:spLocks noGrp="1"/>
          </p:cNvSpPr>
          <p:nvPr>
            <p:ph type="body" idx="1"/>
          </p:nvPr>
        </p:nvSpPr>
        <p:spPr>
          <a:xfrm>
            <a:off x="1065213" y="1828799"/>
            <a:ext cx="4251960" cy="685801"/>
          </a:xfrm>
        </p:spPr>
        <p:txBody>
          <a:bodyPr anchor="ctr">
            <a:normAutofit/>
          </a:bodyPr>
          <a:lstStyle>
            <a:lvl1pPr marL="0" indent="0" latinLnBrk="0">
              <a:spcBef>
                <a:spcPts val="0"/>
              </a:spcBef>
              <a:buNone/>
              <a:defRPr kumimoji="1" lang="ja-JP" sz="2000" b="0"/>
            </a:lvl1pPr>
            <a:lvl2pPr marL="457200" indent="0" latinLnBrk="0">
              <a:buNone/>
              <a:defRPr kumimoji="1" lang="ja-JP" sz="2000" b="1"/>
            </a:lvl2pPr>
            <a:lvl3pPr marL="914400" indent="0" latinLnBrk="0">
              <a:buNone/>
              <a:defRPr kumimoji="1" lang="ja-JP" sz="1800" b="1"/>
            </a:lvl3pPr>
            <a:lvl4pPr marL="1371600" indent="0" latinLnBrk="0">
              <a:buNone/>
              <a:defRPr kumimoji="1" lang="ja-JP" sz="1600" b="1"/>
            </a:lvl4pPr>
            <a:lvl5pPr marL="1828800" indent="0" latinLnBrk="0">
              <a:buNone/>
              <a:defRPr kumimoji="1" lang="ja-JP" sz="1600" b="1"/>
            </a:lvl5pPr>
            <a:lvl6pPr marL="2286000" indent="0" latinLnBrk="0">
              <a:buNone/>
              <a:defRPr kumimoji="1" lang="ja-JP" sz="1600" b="1"/>
            </a:lvl6pPr>
            <a:lvl7pPr marL="2743200" indent="0" latinLnBrk="0">
              <a:buNone/>
              <a:defRPr kumimoji="1" lang="ja-JP" sz="1600" b="1"/>
            </a:lvl7pPr>
            <a:lvl8pPr marL="3200400" indent="0" latinLnBrk="0">
              <a:buNone/>
              <a:defRPr kumimoji="1" lang="ja-JP" sz="1600" b="1"/>
            </a:lvl8pPr>
            <a:lvl9pPr marL="3657600" indent="0" latinLnBrk="0">
              <a:buNone/>
              <a:defRPr kumimoji="1" lang="ja-JP" sz="1600" b="1"/>
            </a:lvl9pPr>
          </a:lstStyle>
          <a:p>
            <a:pPr lvl="0"/>
            <a:r>
              <a:rPr kumimoji="1" lang="ja-JP" dirty="0"/>
              <a:t>マスター テキストのスタイルを編集するには、ここをクリック</a:t>
            </a:r>
          </a:p>
        </p:txBody>
      </p:sp>
      <p:sp>
        <p:nvSpPr>
          <p:cNvPr id="4" name="コンテンツ プレースホルダー 3"/>
          <p:cNvSpPr>
            <a:spLocks noGrp="1"/>
          </p:cNvSpPr>
          <p:nvPr>
            <p:ph sz="half" idx="2"/>
          </p:nvPr>
        </p:nvSpPr>
        <p:spPr>
          <a:xfrm>
            <a:off x="1065213" y="2590800"/>
            <a:ext cx="4251960" cy="3429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5" name="テキスト プレースホルダー 4"/>
          <p:cNvSpPr>
            <a:spLocks noGrp="1"/>
          </p:cNvSpPr>
          <p:nvPr>
            <p:ph type="body" sz="quarter" idx="3"/>
          </p:nvPr>
        </p:nvSpPr>
        <p:spPr>
          <a:xfrm>
            <a:off x="5500053" y="1828799"/>
            <a:ext cx="4251960" cy="685801"/>
          </a:xfrm>
        </p:spPr>
        <p:txBody>
          <a:bodyPr anchor="ctr">
            <a:normAutofit/>
          </a:bodyPr>
          <a:lstStyle>
            <a:lvl1pPr marL="0" indent="0" latinLnBrk="0">
              <a:spcBef>
                <a:spcPts val="0"/>
              </a:spcBef>
              <a:buNone/>
              <a:defRPr kumimoji="1" lang="ja-JP" sz="2000" b="0"/>
            </a:lvl1pPr>
            <a:lvl2pPr marL="457200" indent="0" latinLnBrk="0">
              <a:buNone/>
              <a:defRPr kumimoji="1" lang="ja-JP" sz="2000" b="1"/>
            </a:lvl2pPr>
            <a:lvl3pPr marL="914400" indent="0" latinLnBrk="0">
              <a:buNone/>
              <a:defRPr kumimoji="1" lang="ja-JP" sz="1800" b="1"/>
            </a:lvl3pPr>
            <a:lvl4pPr marL="1371600" indent="0" latinLnBrk="0">
              <a:buNone/>
              <a:defRPr kumimoji="1" lang="ja-JP" sz="1600" b="1"/>
            </a:lvl4pPr>
            <a:lvl5pPr marL="1828800" indent="0" latinLnBrk="0">
              <a:buNone/>
              <a:defRPr kumimoji="1" lang="ja-JP" sz="1600" b="1"/>
            </a:lvl5pPr>
            <a:lvl6pPr marL="2286000" indent="0" latinLnBrk="0">
              <a:buNone/>
              <a:defRPr kumimoji="1" lang="ja-JP" sz="1600" b="1"/>
            </a:lvl6pPr>
            <a:lvl7pPr marL="2743200" indent="0" latinLnBrk="0">
              <a:buNone/>
              <a:defRPr kumimoji="1" lang="ja-JP" sz="1600" b="1"/>
            </a:lvl7pPr>
            <a:lvl8pPr marL="3200400" indent="0" latinLnBrk="0">
              <a:buNone/>
              <a:defRPr kumimoji="1" lang="ja-JP" sz="1600" b="1"/>
            </a:lvl8pPr>
            <a:lvl9pPr marL="3657600" indent="0" latinLnBrk="0">
              <a:buNone/>
              <a:defRPr kumimoji="1" lang="ja-JP" sz="1600" b="1"/>
            </a:lvl9pPr>
          </a:lstStyle>
          <a:p>
            <a:pPr lvl="0"/>
            <a:r>
              <a:rPr kumimoji="1" lang="ja-JP" dirty="0"/>
              <a:t>マスター テキストのスタイルを編集するには、ここをクリック</a:t>
            </a:r>
          </a:p>
        </p:txBody>
      </p:sp>
      <p:sp>
        <p:nvSpPr>
          <p:cNvPr id="6" name="コンテンツ プレースホルダー 5"/>
          <p:cNvSpPr>
            <a:spLocks noGrp="1"/>
          </p:cNvSpPr>
          <p:nvPr>
            <p:ph sz="quarter" idx="4"/>
          </p:nvPr>
        </p:nvSpPr>
        <p:spPr>
          <a:xfrm>
            <a:off x="5500053" y="2590800"/>
            <a:ext cx="4251960" cy="3429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7" name="日付プレースホルダー 6"/>
          <p:cNvSpPr>
            <a:spLocks noGrp="1"/>
          </p:cNvSpPr>
          <p:nvPr>
            <p:ph type="dt" sz="half" idx="10"/>
          </p:nvPr>
        </p:nvSpPr>
        <p:spPr/>
        <p:txBody>
          <a:bodyPr/>
          <a:lstStyle/>
          <a:p>
            <a:fld id="{3E0FA9E5-6744-4841-888F-9E7CC0C2B7EC}" type="datetimeFigureOut">
              <a:t>2025/8/28</a:t>
            </a:fld>
            <a:endParaRPr kumimoji="1" lang="ja-JP"/>
          </a:p>
        </p:txBody>
      </p:sp>
      <p:sp>
        <p:nvSpPr>
          <p:cNvPr id="8" name="フッター プレースホルダー 7"/>
          <p:cNvSpPr>
            <a:spLocks noGrp="1"/>
          </p:cNvSpPr>
          <p:nvPr>
            <p:ph type="ftr" sz="quarter" idx="11"/>
          </p:nvPr>
        </p:nvSpPr>
        <p:spPr/>
        <p:txBody>
          <a:bodyPr/>
          <a:lstStyle/>
          <a:p>
            <a:endParaRPr kumimoji="1" lang="ja-JP"/>
          </a:p>
        </p:txBody>
      </p:sp>
      <p:sp>
        <p:nvSpPr>
          <p:cNvPr id="9" name="スライド番号プレースホルダー 8"/>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0007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dirty="0"/>
              <a:t>マスター タイトルのスタイルを編集するには、ここをクリック</a:t>
            </a:r>
          </a:p>
        </p:txBody>
      </p:sp>
      <p:sp>
        <p:nvSpPr>
          <p:cNvPr id="3" name="日付プレースホルダー 2"/>
          <p:cNvSpPr>
            <a:spLocks noGrp="1"/>
          </p:cNvSpPr>
          <p:nvPr>
            <p:ph type="dt" sz="half" idx="10"/>
          </p:nvPr>
        </p:nvSpPr>
        <p:spPr/>
        <p:txBody>
          <a:bodyPr/>
          <a:lstStyle/>
          <a:p>
            <a:fld id="{3E0FA9E5-6744-4841-888F-9E7CC0C2B7EC}" type="datetimeFigureOut">
              <a:t>2025/8/28</a:t>
            </a:fld>
            <a:endParaRPr kumimoji="1" lang="ja-JP"/>
          </a:p>
        </p:txBody>
      </p:sp>
      <p:sp>
        <p:nvSpPr>
          <p:cNvPr id="4" name="フッター プレースホルダー 3"/>
          <p:cNvSpPr>
            <a:spLocks noGrp="1"/>
          </p:cNvSpPr>
          <p:nvPr>
            <p:ph type="ftr" sz="quarter" idx="11"/>
          </p:nvPr>
        </p:nvSpPr>
        <p:spPr/>
        <p:txBody>
          <a:bodyPr/>
          <a:lstStyle/>
          <a:p>
            <a:endParaRPr kumimoji="1" lang="ja-JP"/>
          </a:p>
        </p:txBody>
      </p:sp>
      <p:sp>
        <p:nvSpPr>
          <p:cNvPr id="5" name="スライド番号プレースホルダー 4"/>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90715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E0FA9E5-6744-4841-888F-9E7CC0C2B7EC}" type="datetimeFigureOut">
              <a:t>2025/8/28</a:t>
            </a:fld>
            <a:endParaRPr kumimoji="1" lang="ja-JP"/>
          </a:p>
        </p:txBody>
      </p:sp>
      <p:sp>
        <p:nvSpPr>
          <p:cNvPr id="3" name="フッター プレースホルダー 2"/>
          <p:cNvSpPr>
            <a:spLocks noGrp="1"/>
          </p:cNvSpPr>
          <p:nvPr>
            <p:ph type="ftr" sz="quarter" idx="11"/>
          </p:nvPr>
        </p:nvSpPr>
        <p:spPr/>
        <p:txBody>
          <a:bodyPr/>
          <a:lstStyle/>
          <a:p>
            <a:endParaRPr kumimoji="1" lang="ja-JP"/>
          </a:p>
        </p:txBody>
      </p:sp>
      <p:sp>
        <p:nvSpPr>
          <p:cNvPr id="4" name="スライド番号プレースホルダー 3"/>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44153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065213" y="533400"/>
            <a:ext cx="4114800" cy="1524000"/>
          </a:xfrm>
        </p:spPr>
        <p:txBody>
          <a:bodyPr anchor="b">
            <a:normAutofit/>
          </a:bodyPr>
          <a:lstStyle>
            <a:lvl1pPr algn="l" latinLnBrk="0">
              <a:defRPr kumimoji="1" lang="ja-JP" sz="3600" b="1"/>
            </a:lvl1pPr>
          </a:lstStyle>
          <a:p>
            <a:r>
              <a:rPr kumimoji="1" lang="ja-JP" dirty="0"/>
              <a:t>マスター タイトルのスタイルを編集するには、ここをクリック</a:t>
            </a:r>
          </a:p>
        </p:txBody>
      </p:sp>
      <p:sp>
        <p:nvSpPr>
          <p:cNvPr id="3" name="コンテンツ プレースホルダー 2"/>
          <p:cNvSpPr>
            <a:spLocks noGrp="1"/>
          </p:cNvSpPr>
          <p:nvPr>
            <p:ph idx="1"/>
          </p:nvPr>
        </p:nvSpPr>
        <p:spPr>
          <a:xfrm>
            <a:off x="5865813" y="533400"/>
            <a:ext cx="5867400" cy="54864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テキスト プレースホルダー 3"/>
          <p:cNvSpPr>
            <a:spLocks noGrp="1"/>
          </p:cNvSpPr>
          <p:nvPr>
            <p:ph type="body" sz="half" idx="2"/>
          </p:nvPr>
        </p:nvSpPr>
        <p:spPr>
          <a:xfrm>
            <a:off x="1065213" y="2209800"/>
            <a:ext cx="4114800" cy="3810000"/>
          </a:xfrm>
        </p:spPr>
        <p:txBody>
          <a:bodyPr>
            <a:normAutofit/>
          </a:bodyPr>
          <a:lstStyle>
            <a:lvl1pPr marL="0" indent="0" latinLnBrk="0">
              <a:lnSpc>
                <a:spcPct val="110000"/>
              </a:lnSpc>
              <a:spcBef>
                <a:spcPts val="600"/>
              </a:spcBef>
              <a:buNone/>
              <a:defRPr kumimoji="1" lang="ja-JP" sz="1800">
                <a:solidFill>
                  <a:schemeClr val="tx1">
                    <a:lumMod val="65000"/>
                    <a:lumOff val="35000"/>
                  </a:schemeClr>
                </a:solidFill>
              </a:defRPr>
            </a:lvl1pPr>
            <a:lvl2pPr marL="457200" indent="0" latinLnBrk="0">
              <a:buNone/>
              <a:defRPr kumimoji="1" lang="ja-JP" sz="1200"/>
            </a:lvl2pPr>
            <a:lvl3pPr marL="914400" indent="0" latinLnBrk="0">
              <a:buNone/>
              <a:defRPr kumimoji="1" lang="ja-JP" sz="1000"/>
            </a:lvl3pPr>
            <a:lvl4pPr marL="1371600" indent="0" latinLnBrk="0">
              <a:buNone/>
              <a:defRPr kumimoji="1" lang="ja-JP" sz="900"/>
            </a:lvl4pPr>
            <a:lvl5pPr marL="1828800" indent="0" latinLnBrk="0">
              <a:buNone/>
              <a:defRPr kumimoji="1" lang="ja-JP" sz="900"/>
            </a:lvl5pPr>
            <a:lvl6pPr marL="2286000" indent="0" latinLnBrk="0">
              <a:buNone/>
              <a:defRPr kumimoji="1" lang="ja-JP" sz="900"/>
            </a:lvl6pPr>
            <a:lvl7pPr marL="2743200" indent="0" latinLnBrk="0">
              <a:buNone/>
              <a:defRPr kumimoji="1" lang="ja-JP" sz="900"/>
            </a:lvl7pPr>
            <a:lvl8pPr marL="3200400" indent="0" latinLnBrk="0">
              <a:buNone/>
              <a:defRPr kumimoji="1" lang="ja-JP" sz="900"/>
            </a:lvl8pPr>
            <a:lvl9pPr marL="3657600" indent="0" latinLnBrk="0">
              <a:buNone/>
              <a:defRPr kumimoji="1" lang="ja-JP" sz="900"/>
            </a:lvl9pPr>
          </a:lstStyle>
          <a:p>
            <a:pPr lvl="0"/>
            <a:r>
              <a:rPr kumimoji="1" lang="ja-JP" dirty="0"/>
              <a:t>マスター テキストのスタイルを編集するには、ここをクリック</a:t>
            </a:r>
          </a:p>
        </p:txBody>
      </p:sp>
      <p:sp>
        <p:nvSpPr>
          <p:cNvPr id="5" name="日付プレースホルダー 4"/>
          <p:cNvSpPr>
            <a:spLocks noGrp="1"/>
          </p:cNvSpPr>
          <p:nvPr>
            <p:ph type="dt" sz="half" idx="10"/>
          </p:nvPr>
        </p:nvSpPr>
        <p:spPr/>
        <p:txBody>
          <a:bodyPr/>
          <a:lstStyle/>
          <a:p>
            <a:fld id="{3E0FA9E5-6744-4841-888F-9E7CC0C2B7EC}" type="datetimeFigureOut">
              <a:t>2025/8/28</a:t>
            </a:fld>
            <a:endParaRPr kumimoji="1" lang="ja-JP"/>
          </a:p>
        </p:txBody>
      </p:sp>
      <p:sp>
        <p:nvSpPr>
          <p:cNvPr id="6" name="フッター プレースホルダー 5"/>
          <p:cNvSpPr>
            <a:spLocks noGrp="1"/>
          </p:cNvSpPr>
          <p:nvPr>
            <p:ph type="ftr" sz="quarter" idx="11"/>
          </p:nvPr>
        </p:nvSpPr>
        <p:spPr/>
        <p:txBody>
          <a:bodyPr/>
          <a:lstStyle/>
          <a:p>
            <a:endParaRPr kumimoji="1" lang="ja-JP"/>
          </a:p>
        </p:txBody>
      </p:sp>
      <p:sp>
        <p:nvSpPr>
          <p:cNvPr id="7" name="スライド番号プレースホルダー 6"/>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10171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画像とキャプション">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065213" y="533400"/>
            <a:ext cx="4114800" cy="1524000"/>
          </a:xfrm>
        </p:spPr>
        <p:txBody>
          <a:bodyPr anchor="b">
            <a:noAutofit/>
          </a:bodyPr>
          <a:lstStyle>
            <a:lvl1pPr algn="l" latinLnBrk="0">
              <a:defRPr kumimoji="1" lang="ja-JP" sz="3600" b="1"/>
            </a:lvl1pPr>
          </a:lstStyle>
          <a:p>
            <a:r>
              <a:rPr kumimoji="1" lang="ja-JP" dirty="0"/>
              <a:t>マスター タイトルのスタイルを編集するには、ここをクリック</a:t>
            </a:r>
          </a:p>
        </p:txBody>
      </p:sp>
      <p:sp>
        <p:nvSpPr>
          <p:cNvPr id="3" name="画像プレースホルダー 2"/>
          <p:cNvSpPr>
            <a:spLocks noGrp="1"/>
          </p:cNvSpPr>
          <p:nvPr>
            <p:ph type="pic" idx="1"/>
          </p:nvPr>
        </p:nvSpPr>
        <p:spPr>
          <a:xfrm>
            <a:off x="5865812" y="533400"/>
            <a:ext cx="5780173" cy="5791200"/>
          </a:xfrm>
          <a:ln w="50800">
            <a:solidFill>
              <a:schemeClr val="tx1">
                <a:lumMod val="65000"/>
                <a:lumOff val="35000"/>
              </a:schemeClr>
            </a:solidFill>
            <a:miter lim="800000"/>
          </a:ln>
        </p:spPr>
        <p:txBody>
          <a:bodyPr>
            <a:normAutofit/>
          </a:bodyPr>
          <a:lstStyle>
            <a:lvl1pPr marL="0" indent="0" algn="ctr" latinLnBrk="0">
              <a:buNone/>
              <a:defRPr kumimoji="1" lang="ja-JP" sz="2400"/>
            </a:lvl1pPr>
            <a:lvl2pPr marL="457200" indent="0" latinLnBrk="0">
              <a:buNone/>
              <a:defRPr kumimoji="1" lang="ja-JP" sz="2800"/>
            </a:lvl2pPr>
            <a:lvl3pPr marL="914400" indent="0" latinLnBrk="0">
              <a:buNone/>
              <a:defRPr kumimoji="1" lang="ja-JP" sz="2400"/>
            </a:lvl3pPr>
            <a:lvl4pPr marL="1371600" indent="0" latinLnBrk="0">
              <a:buNone/>
              <a:defRPr kumimoji="1" lang="ja-JP" sz="2000"/>
            </a:lvl4pPr>
            <a:lvl5pPr marL="1828800" indent="0" latinLnBrk="0">
              <a:buNone/>
              <a:defRPr kumimoji="1" lang="ja-JP" sz="2000"/>
            </a:lvl5pPr>
            <a:lvl6pPr marL="2286000" indent="0" latinLnBrk="0">
              <a:buNone/>
              <a:defRPr kumimoji="1" lang="ja-JP" sz="2000"/>
            </a:lvl6pPr>
            <a:lvl7pPr marL="2743200" indent="0" latinLnBrk="0">
              <a:buNone/>
              <a:defRPr kumimoji="1" lang="ja-JP" sz="2000"/>
            </a:lvl7pPr>
            <a:lvl8pPr marL="3200400" indent="0" latinLnBrk="0">
              <a:buNone/>
              <a:defRPr kumimoji="1" lang="ja-JP" sz="2000"/>
            </a:lvl8pPr>
            <a:lvl9pPr marL="3657600" indent="0" latinLnBrk="0">
              <a:buNone/>
              <a:defRPr kumimoji="1" lang="ja-JP" sz="2000"/>
            </a:lvl9pPr>
          </a:lstStyle>
          <a:p>
            <a:endParaRPr kumimoji="1" lang="ja-JP"/>
          </a:p>
        </p:txBody>
      </p:sp>
      <p:sp>
        <p:nvSpPr>
          <p:cNvPr id="4" name="テキスト プレースホルダー 3"/>
          <p:cNvSpPr>
            <a:spLocks noGrp="1"/>
          </p:cNvSpPr>
          <p:nvPr>
            <p:ph type="body" sz="half" idx="2"/>
          </p:nvPr>
        </p:nvSpPr>
        <p:spPr>
          <a:xfrm>
            <a:off x="1065213" y="2209800"/>
            <a:ext cx="4114800" cy="3810000"/>
          </a:xfrm>
        </p:spPr>
        <p:txBody>
          <a:bodyPr>
            <a:normAutofit/>
          </a:bodyPr>
          <a:lstStyle>
            <a:lvl1pPr marL="0" indent="0" latinLnBrk="0">
              <a:lnSpc>
                <a:spcPct val="110000"/>
              </a:lnSpc>
              <a:spcBef>
                <a:spcPts val="600"/>
              </a:spcBef>
              <a:buNone/>
              <a:defRPr kumimoji="1" lang="ja-JP" sz="1800"/>
            </a:lvl1pPr>
            <a:lvl2pPr marL="457200" indent="0" latinLnBrk="0">
              <a:buNone/>
              <a:defRPr kumimoji="1" lang="ja-JP" sz="1200"/>
            </a:lvl2pPr>
            <a:lvl3pPr marL="914400" indent="0" latinLnBrk="0">
              <a:buNone/>
              <a:defRPr kumimoji="1" lang="ja-JP" sz="1000"/>
            </a:lvl3pPr>
            <a:lvl4pPr marL="1371600" indent="0" latinLnBrk="0">
              <a:buNone/>
              <a:defRPr kumimoji="1" lang="ja-JP" sz="900"/>
            </a:lvl4pPr>
            <a:lvl5pPr marL="1828800" indent="0" latinLnBrk="0">
              <a:buNone/>
              <a:defRPr kumimoji="1" lang="ja-JP" sz="900"/>
            </a:lvl5pPr>
            <a:lvl6pPr marL="2286000" indent="0" latinLnBrk="0">
              <a:buNone/>
              <a:defRPr kumimoji="1" lang="ja-JP" sz="900"/>
            </a:lvl6pPr>
            <a:lvl7pPr marL="2743200" indent="0" latinLnBrk="0">
              <a:buNone/>
              <a:defRPr kumimoji="1" lang="ja-JP" sz="900"/>
            </a:lvl7pPr>
            <a:lvl8pPr marL="3200400" indent="0" latinLnBrk="0">
              <a:buNone/>
              <a:defRPr kumimoji="1" lang="ja-JP" sz="900"/>
            </a:lvl8pPr>
            <a:lvl9pPr marL="3657600" indent="0" latinLnBrk="0">
              <a:buNone/>
              <a:defRPr kumimoji="1" lang="ja-JP" sz="900"/>
            </a:lvl9pPr>
          </a:lstStyle>
          <a:p>
            <a:pPr lvl="0"/>
            <a:r>
              <a:rPr kumimoji="1" lang="ja-JP" dirty="0"/>
              <a:t>マスター テキストのスタイルを編集するには、ここをクリック</a:t>
            </a:r>
          </a:p>
        </p:txBody>
      </p:sp>
    </p:spTree>
    <p:extLst>
      <p:ext uri="{BB962C8B-B14F-4D97-AF65-F5344CB8AC3E}">
        <p14:creationId xmlns:p14="http://schemas.microsoft.com/office/powerpoint/2010/main" val="14196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dirty="0"/>
              <a:t>マスター タイトルのスタイルを編集するには、ここをクリック</a:t>
            </a:r>
          </a:p>
        </p:txBody>
      </p:sp>
      <p:sp>
        <p:nvSpPr>
          <p:cNvPr id="3" name="縦書きテキスト プレースホルダー 2"/>
          <p:cNvSpPr>
            <a:spLocks noGrp="1"/>
          </p:cNvSpPr>
          <p:nvPr>
            <p:ph type="body" orient="vert" idx="1"/>
          </p:nvPr>
        </p:nvSpPr>
        <p:spPr/>
        <p:txBody>
          <a:bodyPr vert="eaVert"/>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日付プレースホルダー 3"/>
          <p:cNvSpPr>
            <a:spLocks noGrp="1"/>
          </p:cNvSpPr>
          <p:nvPr>
            <p:ph type="dt" sz="half" idx="10"/>
          </p:nvPr>
        </p:nvSpPr>
        <p:spPr/>
        <p:txBody>
          <a:bodyPr/>
          <a:lstStyle/>
          <a:p>
            <a:fld id="{3E0FA9E5-6744-4841-888F-9E7CC0C2B7EC}" type="datetimeFigureOut">
              <a:t>2025/8/28</a:t>
            </a:fld>
            <a:endParaRPr kumimoji="1" lang="ja-JP"/>
          </a:p>
        </p:txBody>
      </p:sp>
      <p:sp>
        <p:nvSpPr>
          <p:cNvPr id="5" name="フッター プレースホルダー 4"/>
          <p:cNvSpPr>
            <a:spLocks noGrp="1"/>
          </p:cNvSpPr>
          <p:nvPr>
            <p:ph type="ftr" sz="quarter" idx="11"/>
          </p:nvPr>
        </p:nvSpPr>
        <p:spPr/>
        <p:txBody>
          <a:bodyPr/>
          <a:lstStyle/>
          <a:p>
            <a:endParaRPr kumimoji="1" lang="ja-JP" dirty="0"/>
          </a:p>
        </p:txBody>
      </p:sp>
      <p:sp>
        <p:nvSpPr>
          <p:cNvPr id="6" name="スライド番号プレースホルダー 5"/>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66809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61412" y="533400"/>
            <a:ext cx="2362201" cy="5486400"/>
          </a:xfrm>
        </p:spPr>
        <p:txBody>
          <a:bodyPr vert="eaVert"/>
          <a:lstStyle/>
          <a:p>
            <a:r>
              <a:rPr kumimoji="1" lang="ja-JP" dirty="0"/>
              <a:t>マスター タイトルのスタイルを編集するには、ここをクリック</a:t>
            </a:r>
          </a:p>
        </p:txBody>
      </p:sp>
      <p:sp>
        <p:nvSpPr>
          <p:cNvPr id="3" name="縦書きテキスト プレースホルダー 2"/>
          <p:cNvSpPr>
            <a:spLocks noGrp="1"/>
          </p:cNvSpPr>
          <p:nvPr>
            <p:ph type="body" orient="vert" idx="1"/>
          </p:nvPr>
        </p:nvSpPr>
        <p:spPr>
          <a:xfrm>
            <a:off x="1065213" y="533400"/>
            <a:ext cx="7467599" cy="5486400"/>
          </a:xfrm>
        </p:spPr>
        <p:txBody>
          <a:bodyPr vert="eaVert"/>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日付プレースホルダー 3"/>
          <p:cNvSpPr>
            <a:spLocks noGrp="1"/>
          </p:cNvSpPr>
          <p:nvPr>
            <p:ph type="dt" sz="half" idx="10"/>
          </p:nvPr>
        </p:nvSpPr>
        <p:spPr/>
        <p:txBody>
          <a:bodyPr/>
          <a:lstStyle/>
          <a:p>
            <a:fld id="{3E0FA9E5-6744-4841-888F-9E7CC0C2B7EC}" type="datetimeFigureOut">
              <a:t>2025/8/28</a:t>
            </a:fld>
            <a:endParaRPr kumimoji="1" lang="ja-JP"/>
          </a:p>
        </p:txBody>
      </p:sp>
      <p:sp>
        <p:nvSpPr>
          <p:cNvPr id="5" name="フッター プレースホルダー 4"/>
          <p:cNvSpPr>
            <a:spLocks noGrp="1"/>
          </p:cNvSpPr>
          <p:nvPr>
            <p:ph type="ftr" sz="quarter" idx="11"/>
          </p:nvPr>
        </p:nvSpPr>
        <p:spPr/>
        <p:txBody>
          <a:bodyPr/>
          <a:lstStyle/>
          <a:p>
            <a:endParaRPr kumimoji="1" lang="ja-JP"/>
          </a:p>
        </p:txBody>
      </p:sp>
      <p:sp>
        <p:nvSpPr>
          <p:cNvPr id="6" name="スライド番号プレースホルダー 5"/>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18824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065212" y="533400"/>
            <a:ext cx="8686801" cy="1066800"/>
          </a:xfrm>
          <a:prstGeom prst="rect">
            <a:avLst/>
          </a:prstGeom>
        </p:spPr>
        <p:txBody>
          <a:bodyPr vert="horz" lIns="91440" tIns="45720" rIns="91440" bIns="45720" rtlCol="0" anchor="b">
            <a:normAutofit/>
          </a:bodyPr>
          <a:lstStyle/>
          <a:p>
            <a:r>
              <a:rPr kumimoji="1" lang="ja-JP"/>
              <a:t>マスター タイトルのスタイルを編集するには、ここをクリック</a:t>
            </a:r>
          </a:p>
        </p:txBody>
      </p:sp>
      <p:sp>
        <p:nvSpPr>
          <p:cNvPr id="3" name="テキスト プレースホルダー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kumimoji="1" lang="ja-JP"/>
              <a:t>マスター テキストのスタイルを編集するには、ここをクリック</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4" name="日付プレースホルダー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latinLnBrk="0">
              <a:defRPr kumimoji="1" lang="ja-JP"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fld id="{3E0FA9E5-6744-4841-888F-9E7CC0C2B7EC}" type="datetimeFigureOut">
              <a:rPr lang="en-US" altLang="ja-JP" smtClean="0"/>
              <a:pPr/>
              <a:t>8/28/2025</a:t>
            </a:fld>
            <a:endParaRPr lang="ja-JP" altLang="en-US"/>
          </a:p>
        </p:txBody>
      </p:sp>
      <p:sp>
        <p:nvSpPr>
          <p:cNvPr id="5" name="フッター プレースホルダー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latinLnBrk="0">
              <a:defRPr kumimoji="1" lang="ja-JP"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a:p>
        </p:txBody>
      </p:sp>
      <p:sp>
        <p:nvSpPr>
          <p:cNvPr id="6" name="スライド番号プレースホルダー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latinLnBrk="0">
              <a:defRPr kumimoji="1" lang="ja-JP"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fld id="{AAEAE4A8-A6E5-453E-B946-FB774B73F48C}" type="slidenum">
              <a:rPr lang="en-US" altLang="ja-JP" smtClean="0"/>
              <a:pPr/>
              <a:t>‹#›</a:t>
            </a:fld>
            <a:endParaRPr lang="en-US" altLang="ja-JP"/>
          </a:p>
        </p:txBody>
      </p:sp>
    </p:spTree>
    <p:extLst>
      <p:ext uri="{BB962C8B-B14F-4D97-AF65-F5344CB8AC3E}">
        <p14:creationId xmlns:p14="http://schemas.microsoft.com/office/powerpoint/2010/main" val="1597054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kumimoji="1" lang="ja-JP" sz="3600" b="1" kern="1200">
          <a:solidFill>
            <a:schemeClr val="accent1"/>
          </a:solidFill>
          <a:latin typeface="Meiryo UI" panose="020B0604030504040204" pitchFamily="50" charset="-128"/>
          <a:ea typeface="Meiryo UI" panose="020B0604030504040204" pitchFamily="50" charset="-128"/>
          <a:cs typeface="Meiryo UI" panose="020B0604030504040204" pitchFamily="50" charset="-128"/>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kumimoji="1" lang="ja-JP" sz="20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kumimoji="1" lang="ja-JP" sz="18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kumimoji="1" lang="ja-JP" sz="16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kumimoji="1" lang="ja-JP" sz="14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kumimoji="1" lang="ja-JP" sz="14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123444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9pPr>
    </p:bodyStyle>
    <p:otherStyle>
      <a:defPPr>
        <a:defRPr kumimoji="1" lang="ja-JP"/>
      </a:defPPr>
      <a:lvl1pPr marL="0" algn="l" defTabSz="914400" rtl="0" eaLnBrk="1" latinLnBrk="0" hangingPunct="1">
        <a:defRPr kumimoji="1" lang="ja-JP" sz="1800" kern="1200">
          <a:solidFill>
            <a:schemeClr val="tx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5"/>
          <p:cNvSpPr>
            <a:spLocks noGrp="1"/>
          </p:cNvSpPr>
          <p:nvPr>
            <p:ph sz="half" idx="1"/>
          </p:nvPr>
        </p:nvSpPr>
        <p:spPr>
          <a:xfrm>
            <a:off x="1065213" y="1225550"/>
            <a:ext cx="9199562" cy="4933415"/>
          </a:xfrm>
        </p:spPr>
        <p:txBody>
          <a:bodyPr>
            <a:normAutofit/>
          </a:bodyPr>
          <a:lstStyle/>
          <a:p>
            <a:pPr marL="45720" indent="0">
              <a:buNone/>
            </a:pPr>
            <a:r>
              <a:rPr kumimoji="1" lang="ja-JP" altLang="en-US" dirty="0">
                <a:latin typeface="Meiryo UI" charset="0"/>
                <a:ea typeface="Meiryo UI" charset="0"/>
              </a:rPr>
              <a:t>関数とは、データを使って何らかの処理をし、その結果を返す仕組み。</a:t>
            </a:r>
          </a:p>
          <a:p>
            <a:pPr marL="45720" indent="0">
              <a:buNone/>
            </a:pPr>
            <a:endParaRPr kumimoji="1" lang="ja-JP" altLang="en-US" dirty="0">
              <a:latin typeface="Meiryo UI" charset="0"/>
              <a:ea typeface="Meiryo UI" charset="0"/>
            </a:endParaRPr>
          </a:p>
          <a:p>
            <a:pPr marL="45720" indent="0">
              <a:buNone/>
            </a:pPr>
            <a:r>
              <a:rPr kumimoji="1" lang="ja-JP" altLang="en-US" b="1" u="sng" dirty="0">
                <a:latin typeface="Meiryo UI" charset="0"/>
                <a:ea typeface="Meiryo UI" charset="0"/>
              </a:rPr>
              <a:t>単一行関数</a:t>
            </a:r>
          </a:p>
          <a:p>
            <a:pPr marL="45720" indent="0">
              <a:buNone/>
            </a:pPr>
            <a:r>
              <a:rPr kumimoji="1" lang="ja-JP" altLang="en-US" dirty="0">
                <a:latin typeface="Meiryo UI"/>
                <a:ea typeface="Meiryo UI"/>
              </a:rPr>
              <a:t>　各行に対して処理を行い、行単位で結果を返す。</a:t>
            </a:r>
          </a:p>
          <a:p>
            <a:pPr marL="45720" indent="0">
              <a:buNone/>
            </a:pPr>
            <a:r>
              <a:rPr kumimoji="1" lang="ja-JP" altLang="en-US" dirty="0">
                <a:latin typeface="Meiryo UI"/>
                <a:ea typeface="Meiryo UI"/>
              </a:rPr>
              <a:t>　引数には、列名または実際の値を</a:t>
            </a:r>
            <a:r>
              <a:rPr lang="ja-JP" altLang="en-US" dirty="0">
                <a:latin typeface="Meiryo UI"/>
                <a:ea typeface="Meiryo UI"/>
              </a:rPr>
              <a:t>指定する</a:t>
            </a:r>
            <a:r>
              <a:rPr kumimoji="1" lang="ja-JP" altLang="en-US" dirty="0">
                <a:latin typeface="Meiryo UI"/>
                <a:ea typeface="Meiryo UI"/>
              </a:rPr>
              <a:t>。</a:t>
            </a:r>
          </a:p>
          <a:p>
            <a:pPr marL="45720" indent="0">
              <a:buNone/>
            </a:pPr>
            <a:r>
              <a:rPr kumimoji="1" lang="ja-JP" altLang="en-US" b="1" u="sng" dirty="0">
                <a:latin typeface="Meiryo UI"/>
                <a:ea typeface="Meiryo UI"/>
              </a:rPr>
              <a:t>グループ関数</a:t>
            </a:r>
            <a:r>
              <a:rPr kumimoji="1" lang="en-US" altLang="ja-JP" b="1" u="sng" dirty="0">
                <a:latin typeface="Meiryo UI"/>
                <a:ea typeface="Meiryo UI"/>
              </a:rPr>
              <a:t>(</a:t>
            </a:r>
            <a:r>
              <a:rPr kumimoji="1" lang="ja-JP" altLang="en-US" b="1" u="sng" dirty="0">
                <a:latin typeface="Meiryo UI"/>
                <a:ea typeface="Meiryo UI"/>
              </a:rPr>
              <a:t>集計関数</a:t>
            </a:r>
            <a:r>
              <a:rPr kumimoji="1" lang="en-US" altLang="ja-JP" b="1" u="sng" dirty="0">
                <a:latin typeface="Meiryo UI"/>
                <a:ea typeface="Meiryo UI"/>
              </a:rPr>
              <a:t>)</a:t>
            </a:r>
            <a:endParaRPr kumimoji="1" lang="ja-JP" altLang="en-US" b="1" u="sng" dirty="0">
              <a:latin typeface="Meiryo UI"/>
              <a:ea typeface="Meiryo UI"/>
            </a:endParaRPr>
          </a:p>
          <a:p>
            <a:pPr marL="45720" indent="0">
              <a:buNone/>
            </a:pPr>
            <a:r>
              <a:rPr kumimoji="1" lang="ja-JP" altLang="en-US" dirty="0">
                <a:latin typeface="Meiryo UI"/>
                <a:ea typeface="Meiryo UI"/>
              </a:rPr>
              <a:t>　複数の行を</a:t>
            </a:r>
            <a:r>
              <a:rPr kumimoji="1" lang="en-US" altLang="ja-JP" dirty="0">
                <a:latin typeface="Meiryo UI"/>
                <a:ea typeface="Meiryo UI"/>
              </a:rPr>
              <a:t>1</a:t>
            </a:r>
            <a:r>
              <a:rPr kumimoji="1" lang="ja-JP" altLang="en-US" dirty="0">
                <a:latin typeface="Meiryo UI"/>
                <a:ea typeface="Meiryo UI"/>
              </a:rPr>
              <a:t>グループとして処理を行い、１つの結果を返す。</a:t>
            </a:r>
          </a:p>
          <a:p>
            <a:pPr marL="45720" indent="0">
              <a:buNone/>
            </a:pPr>
            <a:r>
              <a:rPr kumimoji="1" lang="ja-JP" altLang="en-US" dirty="0">
                <a:latin typeface="Meiryo UI"/>
                <a:ea typeface="Meiryo UI"/>
              </a:rPr>
              <a:t>　引数には列名を</a:t>
            </a:r>
            <a:r>
              <a:rPr lang="ja-JP" altLang="en-US" dirty="0">
                <a:latin typeface="Meiryo UI"/>
                <a:ea typeface="Meiryo UI"/>
              </a:rPr>
              <a:t>指定</a:t>
            </a:r>
            <a:r>
              <a:rPr kumimoji="1" lang="ja-JP" altLang="en-US" dirty="0">
                <a:latin typeface="Meiryo UI"/>
                <a:ea typeface="Meiryo UI"/>
              </a:rPr>
              <a:t>する。</a:t>
            </a:r>
          </a:p>
          <a:p>
            <a:pPr marL="45720" indent="0">
              <a:buNone/>
            </a:pPr>
            <a:r>
              <a:rPr kumimoji="1" lang="ja-JP" altLang="en-US" dirty="0">
                <a:latin typeface="Meiryo UI"/>
                <a:ea typeface="Meiryo UI"/>
              </a:rPr>
              <a:t>　</a:t>
            </a:r>
            <a:endParaRPr kumimoji="1" lang="ja-JP" b="1" u="sng" dirty="0">
              <a:latin typeface="Meiryo UI"/>
              <a:ea typeface="Meiryo UI"/>
            </a:endParaRPr>
          </a:p>
        </p:txBody>
      </p:sp>
      <p:sp>
        <p:nvSpPr>
          <p:cNvPr id="13" name="タイトル 12"/>
          <p:cNvSpPr>
            <a:spLocks noGrp="1"/>
          </p:cNvSpPr>
          <p:nvPr>
            <p:ph type="title"/>
          </p:nvPr>
        </p:nvSpPr>
        <p:spPr>
          <a:xfrm>
            <a:off x="1065213" y="533400"/>
            <a:ext cx="8686800" cy="538529"/>
          </a:xfrm>
        </p:spPr>
        <p:txBody>
          <a:bodyPr/>
          <a:lstStyle/>
          <a:p>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関数</a:t>
            </a:r>
            <a:endParaRPr kumimoji="1" 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フローチャート: 処理 1">
            <a:extLst>
              <a:ext uri="{FF2B5EF4-FFF2-40B4-BE49-F238E27FC236}">
                <a16:creationId xmlns:a16="http://schemas.microsoft.com/office/drawing/2014/main" id="{D2A61A40-9EFF-FF2E-312D-08C950FDDEA1}"/>
              </a:ext>
            </a:extLst>
          </p:cNvPr>
          <p:cNvSpPr/>
          <p:nvPr/>
        </p:nvSpPr>
        <p:spPr>
          <a:xfrm>
            <a:off x="1141412" y="2209800"/>
            <a:ext cx="5410200" cy="1447800"/>
          </a:xfrm>
          <a:prstGeom prst="flowChartProcess">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9001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63EB8910-C70C-28A1-D4AF-90DAC9EA3EDC}"/>
              </a:ext>
            </a:extLst>
          </p:cNvPr>
          <p:cNvGraphicFramePr>
            <a:graphicFrameLocks noGrp="1"/>
          </p:cNvGraphicFramePr>
          <p:nvPr>
            <p:extLst>
              <p:ext uri="{D42A27DB-BD31-4B8C-83A1-F6EECF244321}">
                <p14:modId xmlns:p14="http://schemas.microsoft.com/office/powerpoint/2010/main" val="323010412"/>
              </p:ext>
            </p:extLst>
          </p:nvPr>
        </p:nvGraphicFramePr>
        <p:xfrm>
          <a:off x="1179512" y="660400"/>
          <a:ext cx="9829800" cy="5537200"/>
        </p:xfrm>
        <a:graphic>
          <a:graphicData uri="http://schemas.openxmlformats.org/drawingml/2006/table">
            <a:tbl>
              <a:tblPr firstRow="1" bandRow="1">
                <a:tableStyleId>{5C22544A-7EE6-4342-B048-85BDC9FD1C3A}</a:tableStyleId>
              </a:tblPr>
              <a:tblGrid>
                <a:gridCol w="1935746">
                  <a:extLst>
                    <a:ext uri="{9D8B030D-6E8A-4147-A177-3AD203B41FA5}">
                      <a16:colId xmlns:a16="http://schemas.microsoft.com/office/drawing/2014/main" val="426307453"/>
                    </a:ext>
                  </a:extLst>
                </a:gridCol>
                <a:gridCol w="4617454">
                  <a:extLst>
                    <a:ext uri="{9D8B030D-6E8A-4147-A177-3AD203B41FA5}">
                      <a16:colId xmlns:a16="http://schemas.microsoft.com/office/drawing/2014/main" val="2126317479"/>
                    </a:ext>
                  </a:extLst>
                </a:gridCol>
                <a:gridCol w="3276600">
                  <a:extLst>
                    <a:ext uri="{9D8B030D-6E8A-4147-A177-3AD203B41FA5}">
                      <a16:colId xmlns:a16="http://schemas.microsoft.com/office/drawing/2014/main" val="2498837618"/>
                    </a:ext>
                  </a:extLst>
                </a:gridCol>
              </a:tblGrid>
              <a:tr h="370840">
                <a:tc>
                  <a:txBody>
                    <a:bodyPr/>
                    <a:lstStyle/>
                    <a:p>
                      <a:r>
                        <a:rPr kumimoji="1" lang="ja-JP" altLang="en-US" sz="1000" b="0" dirty="0"/>
                        <a:t>種類</a:t>
                      </a:r>
                    </a:p>
                  </a:txBody>
                  <a:tcPr/>
                </a:tc>
                <a:tc>
                  <a:txBody>
                    <a:bodyPr/>
                    <a:lstStyle/>
                    <a:p>
                      <a:r>
                        <a:rPr kumimoji="1" lang="ja-JP" altLang="en-US" sz="1000" b="0" dirty="0"/>
                        <a:t>関数名</a:t>
                      </a:r>
                    </a:p>
                  </a:txBody>
                  <a:tcPr/>
                </a:tc>
                <a:tc>
                  <a:txBody>
                    <a:bodyPr/>
                    <a:lstStyle/>
                    <a:p>
                      <a:r>
                        <a:rPr kumimoji="1" lang="ja-JP" altLang="en-US" sz="1000" b="0" dirty="0"/>
                        <a:t>働き</a:t>
                      </a:r>
                    </a:p>
                  </a:txBody>
                  <a:tcPr/>
                </a:tc>
                <a:extLst>
                  <a:ext uri="{0D108BD9-81ED-4DB2-BD59-A6C34878D82A}">
                    <a16:rowId xmlns:a16="http://schemas.microsoft.com/office/drawing/2014/main" val="2770304261"/>
                  </a:ext>
                </a:extLst>
              </a:tr>
              <a:tr h="370840">
                <a:tc rowSpan="7">
                  <a:txBody>
                    <a:bodyPr/>
                    <a:lstStyle/>
                    <a:p>
                      <a:r>
                        <a:rPr kumimoji="1" lang="zh-CN" altLang="en-US" sz="1000" b="0" i="0" kern="1200" dirty="0">
                          <a:solidFill>
                            <a:schemeClr val="dk1"/>
                          </a:solidFill>
                          <a:effectLst/>
                          <a:latin typeface="+mn-lt"/>
                          <a:ea typeface="+mn-ea"/>
                          <a:cs typeface="+mn-cs"/>
                        </a:rPr>
                        <a:t>文字列関数</a:t>
                      </a:r>
                      <a:endParaRPr kumimoji="1" lang="ja-JP" altLang="en-US" sz="1000" b="0" dirty="0"/>
                    </a:p>
                  </a:txBody>
                  <a:tcPr/>
                </a:tc>
                <a:tc>
                  <a:txBody>
                    <a:bodyPr/>
                    <a:lstStyle/>
                    <a:p>
                      <a:r>
                        <a:rPr lang="en-US" altLang="ja-JP" sz="1000" b="0" dirty="0" err="1"/>
                        <a:t>concat</a:t>
                      </a:r>
                      <a:r>
                        <a:rPr kumimoji="1" lang="en-US" altLang="ja-JP" sz="1000" b="0" kern="1200" dirty="0">
                          <a:solidFill>
                            <a:schemeClr val="dk1"/>
                          </a:solidFill>
                          <a:effectLst/>
                        </a:rPr>
                        <a:t> ( val1 </a:t>
                      </a:r>
                      <a:r>
                        <a:rPr lang="en-US" altLang="ja-JP" sz="1000" b="0" dirty="0"/>
                        <a:t>"any"</a:t>
                      </a:r>
                      <a:r>
                        <a:rPr kumimoji="1" lang="en-US" altLang="ja-JP" sz="1000" b="0" kern="1200" dirty="0">
                          <a:solidFill>
                            <a:schemeClr val="dk1"/>
                          </a:solidFill>
                          <a:effectLst/>
                        </a:rPr>
                        <a:t> [, val2 </a:t>
                      </a:r>
                      <a:r>
                        <a:rPr lang="en-US" altLang="ja-JP" sz="1000" b="0" dirty="0"/>
                        <a:t>"any"</a:t>
                      </a:r>
                      <a:r>
                        <a:rPr kumimoji="1" lang="en-US" altLang="ja-JP" sz="1000" b="0" kern="1200" dirty="0">
                          <a:solidFill>
                            <a:schemeClr val="dk1"/>
                          </a:solidFill>
                          <a:effectLst/>
                        </a:rPr>
                        <a:t> [, ...] ] ) → </a:t>
                      </a:r>
                      <a:r>
                        <a:rPr lang="en-US" altLang="ja-JP" sz="1000" b="0" dirty="0"/>
                        <a:t>text</a:t>
                      </a:r>
                      <a:endParaRPr kumimoji="1" lang="ja-JP" altLang="en-US" sz="1000" b="0" dirty="0"/>
                    </a:p>
                  </a:txBody>
                  <a:tcPr/>
                </a:tc>
                <a:tc>
                  <a:txBody>
                    <a:bodyPr/>
                    <a:lstStyle/>
                    <a:p>
                      <a:r>
                        <a:rPr kumimoji="1" lang="ja-JP" altLang="en-US" sz="1000" b="0" kern="1200" dirty="0">
                          <a:solidFill>
                            <a:schemeClr val="dk1"/>
                          </a:solidFill>
                          <a:effectLst/>
                        </a:rPr>
                        <a:t>引数をテキスト形式にしたものを結合します。 </a:t>
                      </a:r>
                      <a:r>
                        <a:rPr kumimoji="1" lang="en-US" altLang="ja-JP" sz="1000" b="0" kern="1200" dirty="0">
                          <a:solidFill>
                            <a:schemeClr val="dk1"/>
                          </a:solidFill>
                          <a:effectLst/>
                        </a:rPr>
                        <a:t>NULL</a:t>
                      </a:r>
                      <a:r>
                        <a:rPr kumimoji="1" lang="ja-JP" altLang="en-US" sz="1000" b="0" kern="1200" dirty="0">
                          <a:solidFill>
                            <a:schemeClr val="dk1"/>
                          </a:solidFill>
                          <a:effectLst/>
                        </a:rPr>
                        <a:t>引数は無視されます。</a:t>
                      </a:r>
                      <a:endParaRPr kumimoji="1" lang="ja-JP" altLang="en-US" sz="1000" b="0" dirty="0"/>
                    </a:p>
                  </a:txBody>
                  <a:tcPr/>
                </a:tc>
                <a:extLst>
                  <a:ext uri="{0D108BD9-81ED-4DB2-BD59-A6C34878D82A}">
                    <a16:rowId xmlns:a16="http://schemas.microsoft.com/office/drawing/2014/main" val="519678978"/>
                  </a:ext>
                </a:extLst>
              </a:tr>
              <a:tr h="370840">
                <a:tc vMerge="1">
                  <a:txBody>
                    <a:bodyPr/>
                    <a:lstStyle/>
                    <a:p>
                      <a:endParaRPr kumimoji="1" lang="ja-JP" altLang="en-US" sz="1000" b="0" dirty="0"/>
                    </a:p>
                  </a:txBody>
                  <a:tcPr/>
                </a:tc>
                <a:tc>
                  <a:txBody>
                    <a:bodyPr/>
                    <a:lstStyle/>
                    <a:p>
                      <a:r>
                        <a:rPr kumimoji="1" lang="en-US" altLang="ja-JP" sz="1000" b="0" dirty="0"/>
                        <a:t>replace ( string text, from text, to text ) → text</a:t>
                      </a:r>
                      <a:endParaRPr kumimoji="1" lang="ja-JP" altLang="en-US" sz="1000" b="0" dirty="0"/>
                    </a:p>
                  </a:txBody>
                  <a:tcPr/>
                </a:tc>
                <a:tc>
                  <a:txBody>
                    <a:bodyPr/>
                    <a:lstStyle/>
                    <a:p>
                      <a:r>
                        <a:rPr kumimoji="1" lang="en-US" altLang="ja-JP" sz="1000" b="0" dirty="0"/>
                        <a:t>string</a:t>
                      </a:r>
                      <a:r>
                        <a:rPr kumimoji="1" lang="ja-JP" altLang="en-US" sz="1000" b="0" dirty="0"/>
                        <a:t>に出現する全ての</a:t>
                      </a:r>
                      <a:r>
                        <a:rPr kumimoji="1" lang="en-US" altLang="ja-JP" sz="1000" b="0" dirty="0"/>
                        <a:t>from</a:t>
                      </a:r>
                      <a:r>
                        <a:rPr kumimoji="1" lang="ja-JP" altLang="en-US" sz="1000" b="0" dirty="0"/>
                        <a:t>部分文字列を</a:t>
                      </a:r>
                      <a:r>
                        <a:rPr kumimoji="1" lang="en-US" altLang="ja-JP" sz="1000" b="0" dirty="0"/>
                        <a:t>to</a:t>
                      </a:r>
                      <a:r>
                        <a:rPr kumimoji="1" lang="ja-JP" altLang="en-US" sz="1000" b="0" dirty="0"/>
                        <a:t>部分文字列に置換します。</a:t>
                      </a:r>
                    </a:p>
                  </a:txBody>
                  <a:tcPr/>
                </a:tc>
                <a:extLst>
                  <a:ext uri="{0D108BD9-81ED-4DB2-BD59-A6C34878D82A}">
                    <a16:rowId xmlns:a16="http://schemas.microsoft.com/office/drawing/2014/main" val="2896840324"/>
                  </a:ext>
                </a:extLst>
              </a:tr>
              <a:tr h="370840">
                <a:tc vMerge="1">
                  <a:txBody>
                    <a:bodyPr/>
                    <a:lstStyle/>
                    <a:p>
                      <a:endParaRPr kumimoji="1" lang="ja-JP" altLang="en-US" sz="1000" b="0" dirty="0"/>
                    </a:p>
                  </a:txBody>
                  <a:tcPr/>
                </a:tc>
                <a:tc>
                  <a:txBody>
                    <a:bodyPr/>
                    <a:lstStyle/>
                    <a:p>
                      <a:r>
                        <a:rPr lang="en-US" altLang="ja-JP" sz="1000" b="0" dirty="0"/>
                        <a:t>substring</a:t>
                      </a:r>
                      <a:r>
                        <a:rPr kumimoji="1" lang="en-US" altLang="ja-JP" sz="1000" b="0" i="0" kern="1200" dirty="0">
                          <a:solidFill>
                            <a:schemeClr val="dk1"/>
                          </a:solidFill>
                          <a:effectLst/>
                          <a:latin typeface="+mn-lt"/>
                          <a:ea typeface="+mn-ea"/>
                          <a:cs typeface="+mn-cs"/>
                        </a:rPr>
                        <a:t> ( </a:t>
                      </a:r>
                      <a:r>
                        <a:rPr kumimoji="1" lang="en-US" altLang="ja-JP" sz="1000" b="0" i="1" kern="1200" dirty="0">
                          <a:solidFill>
                            <a:schemeClr val="dk1"/>
                          </a:solidFill>
                          <a:effectLst/>
                          <a:latin typeface="+mn-lt"/>
                          <a:ea typeface="+mn-ea"/>
                          <a:cs typeface="+mn-cs"/>
                        </a:rPr>
                        <a:t>string</a:t>
                      </a:r>
                      <a:r>
                        <a:rPr kumimoji="1" lang="en-US" altLang="ja-JP" sz="1000" b="0" i="0" kern="1200" dirty="0">
                          <a:solidFill>
                            <a:schemeClr val="dk1"/>
                          </a:solidFill>
                          <a:effectLst/>
                          <a:latin typeface="+mn-lt"/>
                          <a:ea typeface="+mn-ea"/>
                          <a:cs typeface="+mn-cs"/>
                        </a:rPr>
                        <a:t> </a:t>
                      </a:r>
                      <a:r>
                        <a:rPr lang="en-US" altLang="ja-JP" sz="1000" b="0" dirty="0"/>
                        <a:t>text</a:t>
                      </a:r>
                      <a:r>
                        <a:rPr kumimoji="1" lang="en-US" altLang="ja-JP" sz="1000" b="0" i="0" kern="1200" dirty="0">
                          <a:solidFill>
                            <a:schemeClr val="dk1"/>
                          </a:solidFill>
                          <a:effectLst/>
                          <a:latin typeface="+mn-lt"/>
                          <a:ea typeface="+mn-ea"/>
                          <a:cs typeface="+mn-cs"/>
                        </a:rPr>
                        <a:t> [ FROM </a:t>
                      </a:r>
                      <a:r>
                        <a:rPr kumimoji="1" lang="en-US" altLang="ja-JP" sz="1000" b="0" i="1" kern="1200" dirty="0">
                          <a:solidFill>
                            <a:schemeClr val="dk1"/>
                          </a:solidFill>
                          <a:effectLst/>
                          <a:latin typeface="+mn-lt"/>
                          <a:ea typeface="+mn-ea"/>
                          <a:cs typeface="+mn-cs"/>
                        </a:rPr>
                        <a:t>start</a:t>
                      </a:r>
                      <a:r>
                        <a:rPr kumimoji="1" lang="en-US" altLang="ja-JP" sz="1000" b="0" i="0" kern="1200" dirty="0">
                          <a:solidFill>
                            <a:schemeClr val="dk1"/>
                          </a:solidFill>
                          <a:effectLst/>
                          <a:latin typeface="+mn-lt"/>
                          <a:ea typeface="+mn-ea"/>
                          <a:cs typeface="+mn-cs"/>
                        </a:rPr>
                        <a:t> integer ] [ FOR </a:t>
                      </a:r>
                      <a:r>
                        <a:rPr kumimoji="1" lang="en-US" altLang="ja-JP" sz="1000" b="0" i="1" kern="1200" dirty="0">
                          <a:solidFill>
                            <a:schemeClr val="dk1"/>
                          </a:solidFill>
                          <a:effectLst/>
                          <a:latin typeface="+mn-lt"/>
                          <a:ea typeface="+mn-ea"/>
                          <a:cs typeface="+mn-cs"/>
                        </a:rPr>
                        <a:t>count</a:t>
                      </a:r>
                      <a:r>
                        <a:rPr kumimoji="1" lang="en-US" altLang="ja-JP" sz="1000" b="0" i="0" kern="1200" dirty="0">
                          <a:solidFill>
                            <a:schemeClr val="dk1"/>
                          </a:solidFill>
                          <a:effectLst/>
                          <a:latin typeface="+mn-lt"/>
                          <a:ea typeface="+mn-ea"/>
                          <a:cs typeface="+mn-cs"/>
                        </a:rPr>
                        <a:t> integer ] ) → </a:t>
                      </a:r>
                      <a:r>
                        <a:rPr lang="en-US" altLang="ja-JP" sz="1000" b="0" dirty="0"/>
                        <a:t>text</a:t>
                      </a:r>
                      <a:endParaRPr kumimoji="1" lang="ja-JP" altLang="en-US" sz="1000" b="0" dirty="0"/>
                    </a:p>
                  </a:txBody>
                  <a:tcPr/>
                </a:tc>
                <a:tc>
                  <a:txBody>
                    <a:bodyPr/>
                    <a:lstStyle/>
                    <a:p>
                      <a:r>
                        <a:rPr kumimoji="1" lang="en-US" altLang="ja-JP" sz="1000" b="0" i="1" kern="1200" dirty="0">
                          <a:solidFill>
                            <a:schemeClr val="dk1"/>
                          </a:solidFill>
                          <a:effectLst/>
                          <a:latin typeface="+mn-lt"/>
                          <a:ea typeface="+mn-ea"/>
                          <a:cs typeface="+mn-cs"/>
                        </a:rPr>
                        <a:t>start</a:t>
                      </a:r>
                      <a:r>
                        <a:rPr kumimoji="1" lang="ja-JP" altLang="en-US" sz="1000" b="0" i="0" kern="1200" dirty="0">
                          <a:solidFill>
                            <a:schemeClr val="dk1"/>
                          </a:solidFill>
                          <a:effectLst/>
                          <a:latin typeface="+mn-lt"/>
                          <a:ea typeface="+mn-ea"/>
                          <a:cs typeface="+mn-cs"/>
                        </a:rPr>
                        <a:t>が指定されていれば</a:t>
                      </a:r>
                      <a:r>
                        <a:rPr kumimoji="1" lang="en-US" altLang="ja-JP" sz="1000" b="0" i="1" kern="1200" dirty="0">
                          <a:solidFill>
                            <a:schemeClr val="dk1"/>
                          </a:solidFill>
                          <a:effectLst/>
                          <a:latin typeface="+mn-lt"/>
                          <a:ea typeface="+mn-ea"/>
                          <a:cs typeface="+mn-cs"/>
                        </a:rPr>
                        <a:t>start</a:t>
                      </a:r>
                      <a:r>
                        <a:rPr kumimoji="1" lang="ja-JP" altLang="en-US" sz="1000" b="0" i="0" kern="1200" dirty="0">
                          <a:solidFill>
                            <a:schemeClr val="dk1"/>
                          </a:solidFill>
                          <a:effectLst/>
                          <a:latin typeface="+mn-lt"/>
                          <a:ea typeface="+mn-ea"/>
                          <a:cs typeface="+mn-cs"/>
                        </a:rPr>
                        <a:t>番目の文字で始まる</a:t>
                      </a:r>
                      <a:r>
                        <a:rPr kumimoji="1" lang="en-US" altLang="ja-JP" sz="1000" b="0" i="1" kern="1200" dirty="0">
                          <a:solidFill>
                            <a:schemeClr val="dk1"/>
                          </a:solidFill>
                          <a:effectLst/>
                          <a:latin typeface="+mn-lt"/>
                          <a:ea typeface="+mn-ea"/>
                          <a:cs typeface="+mn-cs"/>
                        </a:rPr>
                        <a:t>string</a:t>
                      </a:r>
                      <a:r>
                        <a:rPr kumimoji="1" lang="ja-JP" altLang="en-US" sz="1000" b="0" i="0" kern="1200" dirty="0">
                          <a:solidFill>
                            <a:schemeClr val="dk1"/>
                          </a:solidFill>
                          <a:effectLst/>
                          <a:latin typeface="+mn-lt"/>
                          <a:ea typeface="+mn-ea"/>
                          <a:cs typeface="+mn-cs"/>
                        </a:rPr>
                        <a:t>の部分文字列を返します。 </a:t>
                      </a:r>
                      <a:r>
                        <a:rPr kumimoji="1" lang="en-US" altLang="ja-JP" sz="1000" b="0" i="1" kern="1200" dirty="0">
                          <a:solidFill>
                            <a:schemeClr val="dk1"/>
                          </a:solidFill>
                          <a:effectLst/>
                          <a:latin typeface="+mn-lt"/>
                          <a:ea typeface="+mn-ea"/>
                          <a:cs typeface="+mn-cs"/>
                        </a:rPr>
                        <a:t>count</a:t>
                      </a:r>
                      <a:r>
                        <a:rPr kumimoji="1" lang="ja-JP" altLang="en-US" sz="1000" b="0" i="0" kern="1200" dirty="0">
                          <a:solidFill>
                            <a:schemeClr val="dk1"/>
                          </a:solidFill>
                          <a:effectLst/>
                          <a:latin typeface="+mn-lt"/>
                          <a:ea typeface="+mn-ea"/>
                          <a:cs typeface="+mn-cs"/>
                        </a:rPr>
                        <a:t>が指定されていれば</a:t>
                      </a:r>
                      <a:r>
                        <a:rPr kumimoji="1" lang="en-US" altLang="ja-JP" sz="1000" b="0" i="1" kern="1200" dirty="0">
                          <a:solidFill>
                            <a:schemeClr val="dk1"/>
                          </a:solidFill>
                          <a:effectLst/>
                          <a:latin typeface="+mn-lt"/>
                          <a:ea typeface="+mn-ea"/>
                          <a:cs typeface="+mn-cs"/>
                        </a:rPr>
                        <a:t>count</a:t>
                      </a:r>
                      <a:r>
                        <a:rPr kumimoji="1" lang="ja-JP" altLang="en-US" sz="1000" b="0" i="0" kern="1200" dirty="0">
                          <a:solidFill>
                            <a:schemeClr val="dk1"/>
                          </a:solidFill>
                          <a:effectLst/>
                          <a:latin typeface="+mn-lt"/>
                          <a:ea typeface="+mn-ea"/>
                          <a:cs typeface="+mn-cs"/>
                        </a:rPr>
                        <a:t>数の文字を取り出します。 少なくとも</a:t>
                      </a:r>
                      <a:r>
                        <a:rPr kumimoji="1" lang="en-US" altLang="ja-JP" sz="1000" b="0" i="1" kern="1200" dirty="0">
                          <a:solidFill>
                            <a:schemeClr val="dk1"/>
                          </a:solidFill>
                          <a:effectLst/>
                          <a:latin typeface="+mn-lt"/>
                          <a:ea typeface="+mn-ea"/>
                          <a:cs typeface="+mn-cs"/>
                        </a:rPr>
                        <a:t>start</a:t>
                      </a:r>
                      <a:r>
                        <a:rPr kumimoji="1" lang="ja-JP" altLang="en-US" sz="1000" b="0" i="0" kern="1200" dirty="0">
                          <a:solidFill>
                            <a:schemeClr val="dk1"/>
                          </a:solidFill>
                          <a:effectLst/>
                          <a:latin typeface="+mn-lt"/>
                          <a:ea typeface="+mn-ea"/>
                          <a:cs typeface="+mn-cs"/>
                        </a:rPr>
                        <a:t>か</a:t>
                      </a:r>
                      <a:r>
                        <a:rPr kumimoji="1" lang="en-US" altLang="ja-JP" sz="1000" b="0" i="1" kern="1200" dirty="0">
                          <a:solidFill>
                            <a:schemeClr val="dk1"/>
                          </a:solidFill>
                          <a:effectLst/>
                          <a:latin typeface="+mn-lt"/>
                          <a:ea typeface="+mn-ea"/>
                          <a:cs typeface="+mn-cs"/>
                        </a:rPr>
                        <a:t>count</a:t>
                      </a:r>
                      <a:r>
                        <a:rPr kumimoji="1" lang="ja-JP" altLang="en-US" sz="1000" b="0" i="0" kern="1200" dirty="0">
                          <a:solidFill>
                            <a:schemeClr val="dk1"/>
                          </a:solidFill>
                          <a:effectLst/>
                          <a:latin typeface="+mn-lt"/>
                          <a:ea typeface="+mn-ea"/>
                          <a:cs typeface="+mn-cs"/>
                        </a:rPr>
                        <a:t>のどちらかを指定してください。</a:t>
                      </a:r>
                      <a:endParaRPr kumimoji="1" lang="ja-JP" altLang="en-US" sz="1000" b="0" dirty="0"/>
                    </a:p>
                  </a:txBody>
                  <a:tcPr/>
                </a:tc>
                <a:extLst>
                  <a:ext uri="{0D108BD9-81ED-4DB2-BD59-A6C34878D82A}">
                    <a16:rowId xmlns:a16="http://schemas.microsoft.com/office/drawing/2014/main" val="2097186162"/>
                  </a:ext>
                </a:extLst>
              </a:tr>
              <a:tr h="370840">
                <a:tc vMerge="1">
                  <a:txBody>
                    <a:bodyPr/>
                    <a:lstStyle/>
                    <a:p>
                      <a:endParaRPr kumimoji="1" lang="ja-JP" altLang="en-US" sz="1000" b="0" dirty="0"/>
                    </a:p>
                  </a:txBody>
                  <a:tcPr/>
                </a:tc>
                <a:tc>
                  <a:txBody>
                    <a:bodyPr/>
                    <a:lstStyle/>
                    <a:p>
                      <a:r>
                        <a:rPr lang="en-US" altLang="ja-JP" sz="1000" b="0" dirty="0"/>
                        <a:t>upper</a:t>
                      </a:r>
                      <a:r>
                        <a:rPr kumimoji="1" lang="en-US" altLang="ja-JP" sz="1000" b="0" i="0" kern="1200" dirty="0">
                          <a:solidFill>
                            <a:schemeClr val="dk1"/>
                          </a:solidFill>
                          <a:effectLst/>
                          <a:latin typeface="+mn-lt"/>
                          <a:ea typeface="+mn-ea"/>
                          <a:cs typeface="+mn-cs"/>
                        </a:rPr>
                        <a:t> ( </a:t>
                      </a:r>
                      <a:r>
                        <a:rPr lang="en-US" altLang="ja-JP" sz="1000" b="0" dirty="0"/>
                        <a:t>text</a:t>
                      </a:r>
                      <a:r>
                        <a:rPr kumimoji="1" lang="en-US" altLang="ja-JP" sz="1000" b="0" i="0" kern="1200" dirty="0">
                          <a:solidFill>
                            <a:schemeClr val="dk1"/>
                          </a:solidFill>
                          <a:effectLst/>
                          <a:latin typeface="+mn-lt"/>
                          <a:ea typeface="+mn-ea"/>
                          <a:cs typeface="+mn-cs"/>
                        </a:rPr>
                        <a:t> ) → </a:t>
                      </a:r>
                      <a:r>
                        <a:rPr lang="en-US" altLang="ja-JP" sz="1000" b="0" dirty="0"/>
                        <a:t>text</a:t>
                      </a:r>
                      <a:endParaRPr kumimoji="1" lang="ja-JP" altLang="en-US" sz="1000" b="0" dirty="0"/>
                    </a:p>
                  </a:txBody>
                  <a:tcPr/>
                </a:tc>
                <a:tc>
                  <a:txBody>
                    <a:bodyPr/>
                    <a:lstStyle/>
                    <a:p>
                      <a:r>
                        <a:rPr kumimoji="1" lang="ja-JP" altLang="en-US" sz="1000" b="0" i="0" kern="1200" dirty="0">
                          <a:solidFill>
                            <a:schemeClr val="dk1"/>
                          </a:solidFill>
                          <a:effectLst/>
                          <a:latin typeface="+mn-lt"/>
                          <a:ea typeface="+mn-ea"/>
                          <a:cs typeface="+mn-cs"/>
                        </a:rPr>
                        <a:t>データベースの照合順のルールに従い、文字列をすべて大文字に変換します。</a:t>
                      </a:r>
                      <a:endParaRPr kumimoji="1" lang="ja-JP" altLang="en-US" sz="1000" b="0" dirty="0"/>
                    </a:p>
                  </a:txBody>
                  <a:tcPr/>
                </a:tc>
                <a:extLst>
                  <a:ext uri="{0D108BD9-81ED-4DB2-BD59-A6C34878D82A}">
                    <a16:rowId xmlns:a16="http://schemas.microsoft.com/office/drawing/2014/main" val="1114500778"/>
                  </a:ext>
                </a:extLst>
              </a:tr>
              <a:tr h="370840">
                <a:tc vMerge="1">
                  <a:txBody>
                    <a:bodyPr/>
                    <a:lstStyle/>
                    <a:p>
                      <a:endParaRPr kumimoji="1" lang="ja-JP" altLang="en-US" sz="1000" b="0" dirty="0"/>
                    </a:p>
                  </a:txBody>
                  <a:tcPr/>
                </a:tc>
                <a:tc>
                  <a:txBody>
                    <a:bodyPr/>
                    <a:lstStyle/>
                    <a:p>
                      <a:r>
                        <a:rPr lang="en-US" altLang="ja-JP" sz="1000" b="0" dirty="0"/>
                        <a:t>lower</a:t>
                      </a:r>
                      <a:r>
                        <a:rPr kumimoji="1" lang="en-US" altLang="ja-JP" sz="1000" b="0" i="0" kern="1200" dirty="0">
                          <a:solidFill>
                            <a:schemeClr val="dk1"/>
                          </a:solidFill>
                          <a:effectLst/>
                          <a:latin typeface="+mn-lt"/>
                          <a:ea typeface="+mn-ea"/>
                          <a:cs typeface="+mn-cs"/>
                        </a:rPr>
                        <a:t> ( </a:t>
                      </a:r>
                      <a:r>
                        <a:rPr lang="en-US" altLang="ja-JP" sz="1000" b="0" dirty="0"/>
                        <a:t>text</a:t>
                      </a:r>
                      <a:r>
                        <a:rPr kumimoji="1" lang="en-US" altLang="ja-JP" sz="1000" b="0" i="0" kern="1200" dirty="0">
                          <a:solidFill>
                            <a:schemeClr val="dk1"/>
                          </a:solidFill>
                          <a:effectLst/>
                          <a:latin typeface="+mn-lt"/>
                          <a:ea typeface="+mn-ea"/>
                          <a:cs typeface="+mn-cs"/>
                        </a:rPr>
                        <a:t> ) → </a:t>
                      </a:r>
                      <a:r>
                        <a:rPr lang="en-US" altLang="ja-JP" sz="1000" b="0" dirty="0"/>
                        <a:t>text</a:t>
                      </a:r>
                      <a:endParaRPr kumimoji="1" lang="ja-JP" altLang="en-US" sz="1000" b="0" dirty="0"/>
                    </a:p>
                  </a:txBody>
                  <a:tcPr/>
                </a:tc>
                <a:tc>
                  <a:txBody>
                    <a:bodyPr/>
                    <a:lstStyle/>
                    <a:p>
                      <a:r>
                        <a:rPr kumimoji="1" lang="ja-JP" altLang="en-US" sz="1000" b="0" i="0" kern="1200" dirty="0">
                          <a:solidFill>
                            <a:schemeClr val="dk1"/>
                          </a:solidFill>
                          <a:effectLst/>
                          <a:latin typeface="+mn-lt"/>
                          <a:ea typeface="+mn-ea"/>
                          <a:cs typeface="+mn-cs"/>
                        </a:rPr>
                        <a:t>データベースの照合順のルールに従い、文字列をすべて小文字に変換します。</a:t>
                      </a:r>
                      <a:endParaRPr kumimoji="1" lang="ja-JP" altLang="en-US" sz="1000" b="0" dirty="0"/>
                    </a:p>
                  </a:txBody>
                  <a:tcPr/>
                </a:tc>
                <a:extLst>
                  <a:ext uri="{0D108BD9-81ED-4DB2-BD59-A6C34878D82A}">
                    <a16:rowId xmlns:a16="http://schemas.microsoft.com/office/drawing/2014/main" val="2588007663"/>
                  </a:ext>
                </a:extLst>
              </a:tr>
              <a:tr h="370840">
                <a:tc vMerge="1">
                  <a:txBody>
                    <a:bodyPr/>
                    <a:lstStyle/>
                    <a:p>
                      <a:endParaRPr kumimoji="1" lang="ja-JP" altLang="en-US" sz="1000" b="0" dirty="0"/>
                    </a:p>
                  </a:txBody>
                  <a:tcPr/>
                </a:tc>
                <a:tc>
                  <a:txBody>
                    <a:bodyPr/>
                    <a:lstStyle/>
                    <a:p>
                      <a:r>
                        <a:rPr lang="en-US" altLang="ja-JP" sz="1000" b="0" dirty="0"/>
                        <a:t>trim</a:t>
                      </a:r>
                      <a:r>
                        <a:rPr kumimoji="1" lang="en-US" altLang="ja-JP" sz="1000" b="0" i="0" kern="1200" dirty="0">
                          <a:solidFill>
                            <a:schemeClr val="dk1"/>
                          </a:solidFill>
                          <a:effectLst/>
                          <a:latin typeface="+mn-lt"/>
                          <a:ea typeface="+mn-ea"/>
                          <a:cs typeface="+mn-cs"/>
                        </a:rPr>
                        <a:t> ( [ LEADING | TRAILING | BOTH ] [ </a:t>
                      </a:r>
                      <a:r>
                        <a:rPr kumimoji="1" lang="en-US" altLang="ja-JP" sz="1000" b="0" i="1" kern="1200" dirty="0">
                          <a:solidFill>
                            <a:schemeClr val="dk1"/>
                          </a:solidFill>
                          <a:effectLst/>
                          <a:latin typeface="+mn-lt"/>
                          <a:ea typeface="+mn-ea"/>
                          <a:cs typeface="+mn-cs"/>
                        </a:rPr>
                        <a:t>characters</a:t>
                      </a:r>
                      <a:r>
                        <a:rPr kumimoji="1" lang="en-US" altLang="ja-JP" sz="1000" b="0" i="0" kern="1200" dirty="0">
                          <a:solidFill>
                            <a:schemeClr val="dk1"/>
                          </a:solidFill>
                          <a:effectLst/>
                          <a:latin typeface="+mn-lt"/>
                          <a:ea typeface="+mn-ea"/>
                          <a:cs typeface="+mn-cs"/>
                        </a:rPr>
                        <a:t> text ] </a:t>
                      </a:r>
                      <a:r>
                        <a:rPr lang="en-US" altLang="ja-JP" sz="1000" b="0" dirty="0"/>
                        <a:t>FROM</a:t>
                      </a:r>
                      <a:r>
                        <a:rPr kumimoji="1" lang="en-US" altLang="ja-JP" sz="1000" b="0" i="0" kern="1200" dirty="0">
                          <a:solidFill>
                            <a:schemeClr val="dk1"/>
                          </a:solidFill>
                          <a:effectLst/>
                          <a:latin typeface="+mn-lt"/>
                          <a:ea typeface="+mn-ea"/>
                          <a:cs typeface="+mn-cs"/>
                        </a:rPr>
                        <a:t> </a:t>
                      </a:r>
                      <a:r>
                        <a:rPr kumimoji="1" lang="en-US" altLang="ja-JP" sz="1000" b="0" i="1" kern="1200" dirty="0">
                          <a:solidFill>
                            <a:schemeClr val="dk1"/>
                          </a:solidFill>
                          <a:effectLst/>
                          <a:latin typeface="+mn-lt"/>
                          <a:ea typeface="+mn-ea"/>
                          <a:cs typeface="+mn-cs"/>
                        </a:rPr>
                        <a:t>string</a:t>
                      </a:r>
                      <a:r>
                        <a:rPr kumimoji="1" lang="en-US" altLang="ja-JP" sz="1000" b="0" i="0" kern="1200" dirty="0">
                          <a:solidFill>
                            <a:schemeClr val="dk1"/>
                          </a:solidFill>
                          <a:effectLst/>
                          <a:latin typeface="+mn-lt"/>
                          <a:ea typeface="+mn-ea"/>
                          <a:cs typeface="+mn-cs"/>
                        </a:rPr>
                        <a:t> </a:t>
                      </a:r>
                      <a:r>
                        <a:rPr lang="en-US" altLang="ja-JP" sz="1000" b="0" dirty="0"/>
                        <a:t>text</a:t>
                      </a:r>
                      <a:r>
                        <a:rPr kumimoji="1" lang="en-US" altLang="ja-JP" sz="1000" b="0" i="0" kern="1200" dirty="0">
                          <a:solidFill>
                            <a:schemeClr val="dk1"/>
                          </a:solidFill>
                          <a:effectLst/>
                          <a:latin typeface="+mn-lt"/>
                          <a:ea typeface="+mn-ea"/>
                          <a:cs typeface="+mn-cs"/>
                        </a:rPr>
                        <a:t> ) → </a:t>
                      </a:r>
                      <a:r>
                        <a:rPr lang="en-US" altLang="ja-JP" sz="1000" b="0" dirty="0"/>
                        <a:t>text</a:t>
                      </a:r>
                      <a:endParaRPr kumimoji="1" lang="ja-JP" altLang="en-US" sz="1000" b="0" dirty="0"/>
                    </a:p>
                  </a:txBody>
                  <a:tcPr/>
                </a:tc>
                <a:tc>
                  <a:txBody>
                    <a:bodyPr/>
                    <a:lstStyle/>
                    <a:p>
                      <a:r>
                        <a:rPr kumimoji="1" lang="en-US" altLang="ja-JP" sz="1000" b="0" i="1" kern="1200" dirty="0">
                          <a:solidFill>
                            <a:schemeClr val="dk1"/>
                          </a:solidFill>
                          <a:effectLst/>
                          <a:latin typeface="+mn-lt"/>
                          <a:ea typeface="+mn-ea"/>
                          <a:cs typeface="+mn-cs"/>
                        </a:rPr>
                        <a:t>string</a:t>
                      </a:r>
                      <a:r>
                        <a:rPr kumimoji="1" lang="ja-JP" altLang="en-US" sz="1000" b="0" i="0" kern="1200" dirty="0">
                          <a:solidFill>
                            <a:schemeClr val="dk1"/>
                          </a:solidFill>
                          <a:effectLst/>
                          <a:latin typeface="+mn-lt"/>
                          <a:ea typeface="+mn-ea"/>
                          <a:cs typeface="+mn-cs"/>
                        </a:rPr>
                        <a:t>から</a:t>
                      </a:r>
                      <a:r>
                        <a:rPr kumimoji="1" lang="en-US" altLang="ja-JP" sz="1000" b="0" i="1" kern="1200" dirty="0">
                          <a:solidFill>
                            <a:schemeClr val="dk1"/>
                          </a:solidFill>
                          <a:effectLst/>
                          <a:latin typeface="+mn-lt"/>
                          <a:ea typeface="+mn-ea"/>
                          <a:cs typeface="+mn-cs"/>
                        </a:rPr>
                        <a:t>characters</a:t>
                      </a:r>
                      <a:r>
                        <a:rPr kumimoji="1" lang="ja-JP" altLang="en-US" sz="1000" b="0" i="0" kern="1200" dirty="0">
                          <a:solidFill>
                            <a:schemeClr val="dk1"/>
                          </a:solidFill>
                          <a:effectLst/>
                          <a:latin typeface="+mn-lt"/>
                          <a:ea typeface="+mn-ea"/>
                          <a:cs typeface="+mn-cs"/>
                        </a:rPr>
                        <a:t>（空白一文字がデフォルト）に現れる文字のみを含む最長の文字列を先頭、末尾、あるいはその両方（</a:t>
                      </a:r>
                      <a:r>
                        <a:rPr lang="en-US" altLang="ja-JP" sz="1000" b="0" dirty="0"/>
                        <a:t>BOTH</a:t>
                      </a:r>
                      <a:r>
                        <a:rPr kumimoji="1" lang="ja-JP" altLang="en-US" sz="1000" b="0" i="0" kern="1200" dirty="0">
                          <a:solidFill>
                            <a:schemeClr val="dk1"/>
                          </a:solidFill>
                          <a:effectLst/>
                          <a:latin typeface="+mn-lt"/>
                          <a:ea typeface="+mn-ea"/>
                          <a:cs typeface="+mn-cs"/>
                        </a:rPr>
                        <a:t>がデフォルト）から取り除きます。</a:t>
                      </a:r>
                      <a:endParaRPr kumimoji="1" lang="ja-JP" altLang="en-US" sz="1000" b="0" dirty="0"/>
                    </a:p>
                  </a:txBody>
                  <a:tcPr/>
                </a:tc>
                <a:extLst>
                  <a:ext uri="{0D108BD9-81ED-4DB2-BD59-A6C34878D82A}">
                    <a16:rowId xmlns:a16="http://schemas.microsoft.com/office/drawing/2014/main" val="2348086360"/>
                  </a:ext>
                </a:extLst>
              </a:tr>
              <a:tr h="370840">
                <a:tc vMerge="1">
                  <a:txBody>
                    <a:bodyPr/>
                    <a:lstStyle/>
                    <a:p>
                      <a:endParaRPr kumimoji="1" lang="ja-JP" altLang="en-US" sz="1000" b="0" dirty="0"/>
                    </a:p>
                  </a:txBody>
                  <a:tcPr/>
                </a:tc>
                <a:tc>
                  <a:txBody>
                    <a:bodyPr/>
                    <a:lstStyle/>
                    <a:p>
                      <a:r>
                        <a:rPr kumimoji="1" lang="en-US" altLang="ja-JP" sz="1000" b="0" dirty="0"/>
                        <a:t>length ( text ) → integer</a:t>
                      </a:r>
                      <a:endParaRPr kumimoji="1" lang="ja-JP" altLang="en-US" sz="1000" b="0" dirty="0"/>
                    </a:p>
                  </a:txBody>
                  <a:tcPr/>
                </a:tc>
                <a:tc>
                  <a:txBody>
                    <a:bodyPr/>
                    <a:lstStyle/>
                    <a:p>
                      <a:r>
                        <a:rPr kumimoji="1" lang="ja-JP" altLang="en-US" sz="1000" b="0" dirty="0"/>
                        <a:t>文字列内の文字数を返します。</a:t>
                      </a:r>
                    </a:p>
                  </a:txBody>
                  <a:tcPr/>
                </a:tc>
                <a:extLst>
                  <a:ext uri="{0D108BD9-81ED-4DB2-BD59-A6C34878D82A}">
                    <a16:rowId xmlns:a16="http://schemas.microsoft.com/office/drawing/2014/main" val="3220103077"/>
                  </a:ext>
                </a:extLst>
              </a:tr>
              <a:tr h="3708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000" b="0" i="0" kern="1200" dirty="0">
                          <a:solidFill>
                            <a:schemeClr val="dk1"/>
                          </a:solidFill>
                          <a:effectLst/>
                          <a:latin typeface="+mn-lt"/>
                          <a:ea typeface="+mn-ea"/>
                          <a:cs typeface="+mn-cs"/>
                        </a:rPr>
                        <a:t>日付操作関数</a:t>
                      </a:r>
                    </a:p>
                    <a:p>
                      <a:endParaRPr kumimoji="1" lang="ja-JP" altLang="en-US" sz="1000" b="0" dirty="0"/>
                    </a:p>
                  </a:txBody>
                  <a:tcPr/>
                </a:tc>
                <a:tc>
                  <a:txBody>
                    <a:bodyPr/>
                    <a:lstStyle/>
                    <a:p>
                      <a:r>
                        <a:rPr lang="en-US" altLang="ja-JP" sz="1000" dirty="0"/>
                        <a:t>now</a:t>
                      </a:r>
                      <a:r>
                        <a:rPr kumimoji="1" lang="en-US" altLang="ja-JP" sz="1000" b="0" i="0" kern="1200" dirty="0">
                          <a:solidFill>
                            <a:schemeClr val="dk1"/>
                          </a:solidFill>
                          <a:effectLst/>
                          <a:latin typeface="+mn-lt"/>
                          <a:ea typeface="+mn-ea"/>
                          <a:cs typeface="+mn-cs"/>
                        </a:rPr>
                        <a:t> ( ) → </a:t>
                      </a:r>
                      <a:r>
                        <a:rPr lang="en-US" altLang="ja-JP" sz="1000" dirty="0"/>
                        <a:t>timestamp with time zone</a:t>
                      </a:r>
                    </a:p>
                    <a:p>
                      <a:r>
                        <a:rPr lang="en-US" altLang="ja-JP" sz="1000" dirty="0" err="1"/>
                        <a:t>current_timestamp</a:t>
                      </a:r>
                      <a:r>
                        <a:rPr kumimoji="1" lang="en-US" altLang="ja-JP" sz="1800" b="0" i="0" kern="1200" dirty="0">
                          <a:solidFill>
                            <a:schemeClr val="dk1"/>
                          </a:solidFill>
                          <a:effectLst/>
                          <a:latin typeface="+mn-lt"/>
                          <a:ea typeface="+mn-ea"/>
                          <a:cs typeface="+mn-cs"/>
                        </a:rPr>
                        <a:t> → </a:t>
                      </a:r>
                      <a:r>
                        <a:rPr lang="en-US" altLang="ja-JP" sz="1000" dirty="0"/>
                        <a:t>timestamp with time zone</a:t>
                      </a:r>
                      <a:endParaRPr kumimoji="1" lang="ja-JP" altLang="en-US" sz="1000" b="0" dirty="0"/>
                    </a:p>
                  </a:txBody>
                  <a:tcPr/>
                </a:tc>
                <a:tc>
                  <a:txBody>
                    <a:bodyPr/>
                    <a:lstStyle/>
                    <a:p>
                      <a:r>
                        <a:rPr kumimoji="1" lang="ja-JP" altLang="en-US" sz="1000" b="0" dirty="0"/>
                        <a:t>現在の日付と時刻。</a:t>
                      </a:r>
                    </a:p>
                  </a:txBody>
                  <a:tcPr/>
                </a:tc>
                <a:extLst>
                  <a:ext uri="{0D108BD9-81ED-4DB2-BD59-A6C34878D82A}">
                    <a16:rowId xmlns:a16="http://schemas.microsoft.com/office/drawing/2014/main" val="2330068936"/>
                  </a:ext>
                </a:extLst>
              </a:tr>
              <a:tr h="370840">
                <a:tc vMerge="1">
                  <a:txBody>
                    <a:bodyPr/>
                    <a:lstStyle/>
                    <a:p>
                      <a:endParaRPr kumimoji="1" lang="ja-JP" altLang="en-US" sz="1000" b="0" dirty="0"/>
                    </a:p>
                  </a:txBody>
                  <a:tcPr/>
                </a:tc>
                <a:tc>
                  <a:txBody>
                    <a:bodyPr/>
                    <a:lstStyle/>
                    <a:p>
                      <a:r>
                        <a:rPr kumimoji="1" lang="en-US" altLang="ja-JP" sz="1000" b="0" dirty="0"/>
                        <a:t>extract ( field from timestamp ) → numeric</a:t>
                      </a:r>
                      <a:endParaRPr kumimoji="1" lang="ja-JP" altLang="en-US" sz="1000" b="0" dirty="0"/>
                    </a:p>
                  </a:txBody>
                  <a:tcPr/>
                </a:tc>
                <a:tc>
                  <a:txBody>
                    <a:bodyPr/>
                    <a:lstStyle/>
                    <a:p>
                      <a:r>
                        <a:rPr kumimoji="1" lang="ja-JP" altLang="en-US" sz="1000" b="0" dirty="0"/>
                        <a:t>タイムスタンプの部分フィールドの取得。</a:t>
                      </a:r>
                    </a:p>
                  </a:txBody>
                  <a:tcPr/>
                </a:tc>
                <a:extLst>
                  <a:ext uri="{0D108BD9-81ED-4DB2-BD59-A6C34878D82A}">
                    <a16:rowId xmlns:a16="http://schemas.microsoft.com/office/drawing/2014/main" val="2397321457"/>
                  </a:ext>
                </a:extLst>
              </a:tr>
              <a:tr h="370840">
                <a:tc rowSpan="2">
                  <a:txBody>
                    <a:bodyPr/>
                    <a:lstStyle/>
                    <a:p>
                      <a:r>
                        <a:rPr kumimoji="1" lang="ja-JP" altLang="en-US" sz="1000" b="0" dirty="0"/>
                        <a:t>データ型書式設定関数</a:t>
                      </a:r>
                    </a:p>
                  </a:txBody>
                  <a:tcPr/>
                </a:tc>
                <a:tc>
                  <a:txBody>
                    <a:bodyPr/>
                    <a:lstStyle/>
                    <a:p>
                      <a:r>
                        <a:rPr kumimoji="1" lang="en-US" altLang="ja-JP" sz="1000" b="0" dirty="0" err="1"/>
                        <a:t>to_char</a:t>
                      </a:r>
                      <a:r>
                        <a:rPr kumimoji="1" lang="en-US" altLang="ja-JP" sz="1000" b="0" dirty="0"/>
                        <a:t> ( timestamp, text ) → text</a:t>
                      </a:r>
                    </a:p>
                    <a:p>
                      <a:endParaRPr kumimoji="1" lang="en-US" altLang="ja-JP" sz="1000" b="0" dirty="0"/>
                    </a:p>
                    <a:p>
                      <a:r>
                        <a:rPr kumimoji="1" lang="en-US" altLang="ja-JP" sz="1000" b="0" dirty="0" err="1"/>
                        <a:t>to_char</a:t>
                      </a:r>
                      <a:r>
                        <a:rPr kumimoji="1" lang="en-US" altLang="ja-JP" sz="1000" b="0" dirty="0"/>
                        <a:t> ( timestamp with time zone, text ) → text</a:t>
                      </a:r>
                      <a:endParaRPr kumimoji="1" lang="ja-JP" altLang="en-US" sz="1000" b="0" dirty="0"/>
                    </a:p>
                  </a:txBody>
                  <a:tcPr/>
                </a:tc>
                <a:tc>
                  <a:txBody>
                    <a:bodyPr/>
                    <a:lstStyle/>
                    <a:p>
                      <a:r>
                        <a:rPr kumimoji="1" lang="ja-JP" altLang="en-US" sz="1000" b="0" dirty="0"/>
                        <a:t>与えられた書式設定にしたがってタイムスタンプを文字列に変換します。</a:t>
                      </a:r>
                    </a:p>
                  </a:txBody>
                  <a:tcPr/>
                </a:tc>
                <a:extLst>
                  <a:ext uri="{0D108BD9-81ED-4DB2-BD59-A6C34878D82A}">
                    <a16:rowId xmlns:a16="http://schemas.microsoft.com/office/drawing/2014/main" val="2363024504"/>
                  </a:ext>
                </a:extLst>
              </a:tr>
              <a:tr h="370840">
                <a:tc vMerge="1">
                  <a:txBody>
                    <a:bodyPr/>
                    <a:lstStyle/>
                    <a:p>
                      <a:endParaRPr kumimoji="1" lang="ja-JP" altLang="en-US" sz="1000" b="0" dirty="0"/>
                    </a:p>
                  </a:txBody>
                  <a:tcPr/>
                </a:tc>
                <a:tc>
                  <a:txBody>
                    <a:bodyPr/>
                    <a:lstStyle/>
                    <a:p>
                      <a:r>
                        <a:rPr kumimoji="1" lang="en-US" altLang="ja-JP" sz="1000" b="0" dirty="0"/>
                        <a:t>COALESCE(value [, ...]) </a:t>
                      </a:r>
                      <a:r>
                        <a:rPr kumimoji="1" lang="ja-JP" altLang="en-US" sz="1000" b="0" dirty="0"/>
                        <a:t>→ </a:t>
                      </a:r>
                      <a:r>
                        <a:rPr kumimoji="1" lang="en-US" altLang="ja-JP" sz="1000" b="0" dirty="0"/>
                        <a:t>value</a:t>
                      </a:r>
                      <a:endParaRPr kumimoji="1" lang="ja-JP" altLang="en-US" sz="1000" b="0" dirty="0"/>
                    </a:p>
                  </a:txBody>
                  <a:tcPr/>
                </a:tc>
                <a:tc>
                  <a:txBody>
                    <a:bodyPr/>
                    <a:lstStyle/>
                    <a:p>
                      <a:r>
                        <a:rPr kumimoji="1" lang="en-US" altLang="ja-JP" sz="1000" b="0" dirty="0"/>
                        <a:t>NULL</a:t>
                      </a:r>
                      <a:r>
                        <a:rPr kumimoji="1" lang="ja-JP" altLang="en-US" sz="1000" b="0" dirty="0"/>
                        <a:t>でない自身の最初の引数を返します。</a:t>
                      </a:r>
                    </a:p>
                  </a:txBody>
                  <a:tcPr/>
                </a:tc>
                <a:extLst>
                  <a:ext uri="{0D108BD9-81ED-4DB2-BD59-A6C34878D82A}">
                    <a16:rowId xmlns:a16="http://schemas.microsoft.com/office/drawing/2014/main" val="244227917"/>
                  </a:ext>
                </a:extLst>
              </a:tr>
            </a:tbl>
          </a:graphicData>
        </a:graphic>
      </p:graphicFrame>
      <p:sp>
        <p:nvSpPr>
          <p:cNvPr id="2" name="テキスト ボックス 1">
            <a:extLst>
              <a:ext uri="{FF2B5EF4-FFF2-40B4-BE49-F238E27FC236}">
                <a16:creationId xmlns:a16="http://schemas.microsoft.com/office/drawing/2014/main" id="{8664494E-FDE1-7B66-19E0-C063B8832223}"/>
              </a:ext>
            </a:extLst>
          </p:cNvPr>
          <p:cNvSpPr txBox="1"/>
          <p:nvPr/>
        </p:nvSpPr>
        <p:spPr>
          <a:xfrm>
            <a:off x="836612" y="291068"/>
            <a:ext cx="9601200" cy="369332"/>
          </a:xfrm>
          <a:prstGeom prst="rect">
            <a:avLst/>
          </a:prstGeom>
          <a:noFill/>
        </p:spPr>
        <p:txBody>
          <a:bodyPr wrap="square" rtlCol="0">
            <a:spAutoFit/>
          </a:bodyPr>
          <a:lstStyle/>
          <a:p>
            <a:r>
              <a:rPr kumimoji="1" lang="ja-JP" altLang="en-US" dirty="0"/>
              <a:t>単一行関数　</a:t>
            </a:r>
            <a:r>
              <a:rPr kumimoji="1" lang="ja-JP" altLang="en-US" sz="1000" dirty="0"/>
              <a:t>（参考：</a:t>
            </a:r>
            <a:r>
              <a:rPr kumimoji="1" lang="en-US" altLang="ja-JP" sz="1000" dirty="0"/>
              <a:t> https://www.postgresql.jp/document/17/html/functions.html </a:t>
            </a:r>
            <a:r>
              <a:rPr kumimoji="1" lang="ja-JP" altLang="en-US" sz="1000" dirty="0"/>
              <a:t>）</a:t>
            </a:r>
          </a:p>
        </p:txBody>
      </p:sp>
    </p:spTree>
    <p:extLst>
      <p:ext uri="{BB962C8B-B14F-4D97-AF65-F5344CB8AC3E}">
        <p14:creationId xmlns:p14="http://schemas.microsoft.com/office/powerpoint/2010/main" val="100004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5"/>
          <p:cNvSpPr>
            <a:spLocks noGrp="1"/>
          </p:cNvSpPr>
          <p:nvPr>
            <p:ph sz="half" idx="1"/>
          </p:nvPr>
        </p:nvSpPr>
        <p:spPr>
          <a:xfrm>
            <a:off x="1114425" y="773113"/>
            <a:ext cx="9485313" cy="5305162"/>
          </a:xfrm>
        </p:spPr>
        <p:txBody>
          <a:bodyPr>
            <a:normAutofit/>
          </a:bodyPr>
          <a:lstStyle/>
          <a:p>
            <a:pPr marL="45720" indent="0">
              <a:buNone/>
            </a:pPr>
            <a:r>
              <a:rPr kumimoji="1" lang="ja-JP" altLang="en-US">
                <a:latin typeface="Meiryo UI" charset="0"/>
                <a:ea typeface="Meiryo UI" charset="0"/>
              </a:rPr>
              <a:t>　</a:t>
            </a:r>
            <a:endParaRPr kumimoji="1" lang="ja-JP">
              <a:latin typeface="Meiryo UI" charset="0"/>
              <a:ea typeface="Meiryo UI" charset="0"/>
            </a:endParaRPr>
          </a:p>
        </p:txBody>
      </p:sp>
      <p:pic>
        <p:nvPicPr>
          <p:cNvPr id="7" name="図 6" descr="関数.png"/>
          <p:cNvPicPr>
            <a:picLocks noChangeAspect="1"/>
          </p:cNvPicPr>
          <p:nvPr/>
        </p:nvPicPr>
        <p:blipFill>
          <a:blip r:embed="rId3"/>
          <a:stretch>
            <a:fillRect/>
          </a:stretch>
        </p:blipFill>
        <p:spPr>
          <a:xfrm>
            <a:off x="1282700" y="952500"/>
            <a:ext cx="9164078" cy="4720073"/>
          </a:xfrm>
          <a:prstGeom prst="rect">
            <a:avLst/>
          </a:prstGeom>
        </p:spPr>
      </p:pic>
      <p:sp>
        <p:nvSpPr>
          <p:cNvPr id="3" name="テキスト ボックス 2">
            <a:extLst>
              <a:ext uri="{FF2B5EF4-FFF2-40B4-BE49-F238E27FC236}">
                <a16:creationId xmlns:a16="http://schemas.microsoft.com/office/drawing/2014/main" id="{FE4D01C4-A3B2-0595-1FBF-C533D22EE61E}"/>
              </a:ext>
            </a:extLst>
          </p:cNvPr>
          <p:cNvSpPr txBox="1"/>
          <p:nvPr/>
        </p:nvSpPr>
        <p:spPr>
          <a:xfrm>
            <a:off x="836612" y="493475"/>
            <a:ext cx="2362200" cy="369332"/>
          </a:xfrm>
          <a:prstGeom prst="rect">
            <a:avLst/>
          </a:prstGeom>
          <a:noFill/>
        </p:spPr>
        <p:txBody>
          <a:bodyPr wrap="square" rtlCol="0">
            <a:spAutoFit/>
          </a:bodyPr>
          <a:lstStyle/>
          <a:p>
            <a:r>
              <a:rPr kumimoji="1" lang="ja-JP" altLang="en-US" dirty="0"/>
              <a:t>参考：</a:t>
            </a:r>
            <a:r>
              <a:rPr kumimoji="1" lang="en-US" altLang="ja-JP" dirty="0"/>
              <a:t>ORACLE</a:t>
            </a:r>
            <a:r>
              <a:rPr kumimoji="1" lang="ja-JP" altLang="en-US" dirty="0"/>
              <a:t>の場合</a:t>
            </a:r>
          </a:p>
        </p:txBody>
      </p:sp>
    </p:spTree>
    <p:extLst>
      <p:ext uri="{BB962C8B-B14F-4D97-AF65-F5344CB8AC3E}">
        <p14:creationId xmlns:p14="http://schemas.microsoft.com/office/powerpoint/2010/main" val="2220814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コントラストにより注目を集めるビジネス用プレゼンテーション (16x9)">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この値は保存または変更の回数を示します。変更後は必ずアプリケーションによってこの値が更新されます。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B73376-B181-4668-84FF-A62668D48FE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E963E73-FDB1-44AE-BA76-746BBD659F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9150CD3-A6AC-414D-9560-715EC9E31B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449</TotalTime>
  <Words>460</Words>
  <Application>Microsoft Office PowerPoint</Application>
  <PresentationFormat>ユーザー設定</PresentationFormat>
  <Paragraphs>46</Paragraphs>
  <Slides>3</Slides>
  <Notes>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Meiryo UI</vt:lpstr>
      <vt:lpstr>Arial</vt:lpstr>
      <vt:lpstr>Franklin Gothic Medium</vt:lpstr>
      <vt:lpstr>コントラストにより注目を集めるビジネス用プレゼンテーション (16x9)</vt:lpstr>
      <vt:lpstr>関数</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 レイアウト</dc:title>
  <dc:creator>Summer</dc:creator>
  <cp:lastModifiedBy>administrator</cp:lastModifiedBy>
  <cp:revision>100</cp:revision>
  <dcterms:created xsi:type="dcterms:W3CDTF">2013-04-05T19:55:11Z</dcterms:created>
  <dcterms:modified xsi:type="dcterms:W3CDTF">2025-08-28T07:01:12Z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sMyDocuments">
    <vt:bool>true</vt:bool>
  </property>
</Properties>
</file>